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279_BC15E3EB.xml" ContentType="application/vnd.ms-powerpoint.comments+xml"/>
  <Override PartName="/ppt/comments/modernComment_27C_2CF5091.xml" ContentType="application/vnd.ms-powerpoint.comments+xml"/>
  <Override PartName="/ppt/comments/modernComment_280_4A922254.xml" ContentType="application/vnd.ms-powerpoint.comments+xml"/>
  <Override PartName="/ppt/notesSlides/notesSlide1.xml" ContentType="application/vnd.openxmlformats-officedocument.presentationml.notesSlide+xml"/>
  <Override PartName="/ppt/comments/modernComment_287_5B5CEFEB.xml" ContentType="application/vnd.ms-powerpoint.comments+xml"/>
  <Override PartName="/ppt/comments/modernComment_28B_6A4CF7EA.xml" ContentType="application/vnd.ms-powerpoint.comments+xml"/>
  <Override PartName="/ppt/comments/modernComment_2DF_C695C922.xml" ContentType="application/vnd.ms-powerpoint.comments+xml"/>
  <Override PartName="/ppt/comments/modernComment_2E1_62D7915E.xml" ContentType="application/vnd.ms-powerpoint.comments+xml"/>
  <Override PartName="/ppt/comments/modernComment_2DE_DF7BDFA8.xml" ContentType="application/vnd.ms-powerpoint.comments+xml"/>
  <Override PartName="/ppt/comments/modernComment_2E4_A3EEA6D3.xml" ContentType="application/vnd.ms-powerpoint.comments+xml"/>
  <Override PartName="/ppt/comments/modernComment_28A_FDDEA0D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676" r:id="rId2"/>
  </p:sldMasterIdLst>
  <p:notesMasterIdLst>
    <p:notesMasterId r:id="rId43"/>
  </p:notesMasterIdLst>
  <p:sldIdLst>
    <p:sldId id="566" r:id="rId3"/>
    <p:sldId id="633" r:id="rId4"/>
    <p:sldId id="635" r:id="rId5"/>
    <p:sldId id="636" r:id="rId6"/>
    <p:sldId id="639" r:id="rId7"/>
    <p:sldId id="634" r:id="rId8"/>
    <p:sldId id="640" r:id="rId9"/>
    <p:sldId id="643" r:id="rId10"/>
    <p:sldId id="644" r:id="rId11"/>
    <p:sldId id="637" r:id="rId12"/>
    <p:sldId id="648" r:id="rId13"/>
    <p:sldId id="697" r:id="rId14"/>
    <p:sldId id="647" r:id="rId15"/>
    <p:sldId id="745" r:id="rId16"/>
    <p:sldId id="651" r:id="rId17"/>
    <p:sldId id="652" r:id="rId18"/>
    <p:sldId id="735" r:id="rId19"/>
    <p:sldId id="736" r:id="rId20"/>
    <p:sldId id="737" r:id="rId21"/>
    <p:sldId id="734" r:id="rId22"/>
    <p:sldId id="740" r:id="rId23"/>
    <p:sldId id="741" r:id="rId24"/>
    <p:sldId id="742" r:id="rId25"/>
    <p:sldId id="744" r:id="rId26"/>
    <p:sldId id="743" r:id="rId27"/>
    <p:sldId id="650" r:id="rId28"/>
    <p:sldId id="728" r:id="rId29"/>
    <p:sldId id="654" r:id="rId30"/>
    <p:sldId id="729" r:id="rId31"/>
    <p:sldId id="655" r:id="rId32"/>
    <p:sldId id="738" r:id="rId33"/>
    <p:sldId id="663" r:id="rId34"/>
    <p:sldId id="660" r:id="rId35"/>
    <p:sldId id="730" r:id="rId36"/>
    <p:sldId id="665" r:id="rId37"/>
    <p:sldId id="732" r:id="rId38"/>
    <p:sldId id="733" r:id="rId39"/>
    <p:sldId id="668" r:id="rId40"/>
    <p:sldId id="657" r:id="rId41"/>
    <p:sldId id="58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ACAC3DA8-A5F1-4867-8C21-4574333FF6C0}">
          <p14:sldIdLst>
            <p14:sldId id="566"/>
          </p14:sldIdLst>
        </p14:section>
        <p14:section name="Overview" id="{114EC149-9243-4A09-9513-9873E6D41C32}">
          <p14:sldIdLst>
            <p14:sldId id="633"/>
            <p14:sldId id="635"/>
            <p14:sldId id="636"/>
            <p14:sldId id="639"/>
            <p14:sldId id="634"/>
          </p14:sldIdLst>
        </p14:section>
        <p14:section name="Access to HSZ" id="{38333E87-9007-4ADE-B163-DCAAD0A2CF83}">
          <p14:sldIdLst>
            <p14:sldId id="640"/>
            <p14:sldId id="643"/>
            <p14:sldId id="644"/>
          </p14:sldIdLst>
        </p14:section>
        <p14:section name="Connecting to HSZ" id="{31C3AD92-5D53-4B94-8BFD-57168A7F6969}">
          <p14:sldIdLst>
            <p14:sldId id="637"/>
            <p14:sldId id="648"/>
            <p14:sldId id="697"/>
            <p14:sldId id="647"/>
          </p14:sldIdLst>
        </p14:section>
        <p14:section name="Storage" id="{47CBDB72-27DF-4953-8320-C281D33BD975}">
          <p14:sldIdLst>
            <p14:sldId id="745"/>
            <p14:sldId id="651"/>
            <p14:sldId id="652"/>
          </p14:sldIdLst>
        </p14:section>
        <p14:section name="Open On Demand" id="{501B6C7D-20BB-4FC2-BEAC-34F606DB0662}">
          <p14:sldIdLst>
            <p14:sldId id="735"/>
            <p14:sldId id="736"/>
            <p14:sldId id="737"/>
          </p14:sldIdLst>
        </p14:section>
        <p14:section name="Interactive Apps" id="{8D9345A2-68C7-4898-876E-6E8D77766ACB}">
          <p14:sldIdLst>
            <p14:sldId id="734"/>
            <p14:sldId id="740"/>
            <p14:sldId id="741"/>
            <p14:sldId id="742"/>
            <p14:sldId id="744"/>
            <p14:sldId id="743"/>
          </p14:sldIdLst>
        </p14:section>
        <p14:section name="Working with Files" id="{57E85E51-9163-4E23-B474-4E5AAC9A0393}">
          <p14:sldIdLst>
            <p14:sldId id="650"/>
            <p14:sldId id="728"/>
          </p14:sldIdLst>
        </p14:section>
        <p14:section name="Software Stack" id="{C19AC7E1-B1B2-44B4-AB3B-6458AAE15A1E}">
          <p14:sldIdLst>
            <p14:sldId id="654"/>
            <p14:sldId id="729"/>
            <p14:sldId id="655"/>
            <p14:sldId id="738"/>
          </p14:sldIdLst>
        </p14:section>
        <p14:section name="Job Submission" id="{265393FB-F688-4576-B752-ADA926EB05E8}">
          <p14:sldIdLst>
            <p14:sldId id="663"/>
            <p14:sldId id="660"/>
            <p14:sldId id="730"/>
            <p14:sldId id="665"/>
            <p14:sldId id="732"/>
          </p14:sldIdLst>
        </p14:section>
        <p14:section name="Job Monitoring" id="{A76D9F74-09D2-41DD-9860-45B2FD7152F4}">
          <p14:sldIdLst>
            <p14:sldId id="733"/>
            <p14:sldId id="668"/>
            <p14:sldId id="657"/>
          </p14:sldIdLst>
        </p14:section>
        <p14:section name="Support" id="{22803947-88BE-45E9-881D-1C75B9CBC082}">
          <p14:sldIdLst>
            <p14:sldId id="58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4C752A-D245-E874-EA5F-5D4B161984C5}" name="Sheikhzada, Ahmad (jus2yw)" initials="SA" userId="S::jus2yw@virginia.edu::a29e2e50-68d1-40e8-944f-6fa041707bee" providerId="AD"/>
  <p188:author id="{27E90738-D67D-0D06-FABC-BF05DC4F7645}" name="Duy, Camden Michael (cmd7ag)" initials="D(" userId="S::cmd7ag@virginia.edu::556851f8-6ce2-4201-8ba2-103b104160fe" providerId="AD"/>
  <p188:author id="{3129037B-447C-54CE-BCA5-B693D7B55C9F}" name="Orndorff, Paul B. (egg3xa)" initials="O(" userId="S::egg3xa@virginia.edu::bb260ba0-3f95-4dd5-bf82-f4952a983c80" providerId="AD"/>
  <p188:author id="{481027C4-4A8C-E4EB-451E-452993DC2810}" name="Siller, Karsten H (khs3z)" initials="S(" userId="S::khs3z@virginia.edu::df8ca5ff-c32a-47ba-9ffc-0644f75468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45C498-67FA-4BBF-E11D-0BE0C9621248}" v="13" dt="2025-08-20T14:46:56.304"/>
    <p1510:client id="{22B7CA48-C271-8FB0-F9A5-E80102B76A02}" v="3" dt="2025-08-20T14:25:15.680"/>
    <p1510:client id="{29074904-7F6A-CCCD-7047-19ED9B851624}" v="1" dt="2025-08-20T14:53:58.503"/>
    <p1510:client id="{2ADF1BBA-4AB8-E83B-ACA7-A3761E45E0EE}" v="971" dt="2025-08-20T17:14:33.780"/>
    <p1510:client id="{61A2F6F5-4302-593A-DE09-33FBDD3ACB5E}" v="1" dt="2025-08-20T14:32:31.049"/>
    <p1510:client id="{B69D53D3-865E-4A7F-FBFA-C92EA283389E}" v="132" dt="2025-08-20T15:53:51.821"/>
    <p1510:client id="{C38CB5C1-2769-6B8B-7187-FBBDF2AA880A}" v="56" dt="2025-08-20T15:10:11.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50483FA-F4AC-1350-5FD8-9BE47CC28F89}"/>
    <pc:docChg chg="sldOrd">
      <pc:chgData name="" userId="" providerId="" clId="Web-{A50483FA-F4AC-1350-5FD8-9BE47CC28F89}" dt="2025-05-27T16:53:02.040" v="0"/>
      <pc:docMkLst>
        <pc:docMk/>
      </pc:docMkLst>
      <pc:sldChg chg="ord">
        <pc:chgData name="" userId="" providerId="" clId="Web-{A50483FA-F4AC-1350-5FD8-9BE47CC28F89}" dt="2025-05-27T16:53:02.040" v="0"/>
        <pc:sldMkLst>
          <pc:docMk/>
          <pc:sldMk cId="3155551211" sldId="633"/>
        </pc:sldMkLst>
      </pc:sldChg>
    </pc:docChg>
  </pc:docChgLst>
  <pc:docChgLst>
    <pc:chgData name="Duy, Camden Michael (cmd7ag)" userId="S::cmd7ag@virginia.edu::556851f8-6ce2-4201-8ba2-103b104160fe" providerId="AD" clId="Web-{0D905756-2BD9-110D-F977-75DFE467C0F9}"/>
    <pc:docChg chg="modSld sldOrd">
      <pc:chgData name="Duy, Camden Michael (cmd7ag)" userId="S::cmd7ag@virginia.edu::556851f8-6ce2-4201-8ba2-103b104160fe" providerId="AD" clId="Web-{0D905756-2BD9-110D-F977-75DFE467C0F9}" dt="2025-06-03T13:43:56.598" v="3"/>
      <pc:docMkLst>
        <pc:docMk/>
      </pc:docMkLst>
      <pc:sldChg chg="ord">
        <pc:chgData name="Duy, Camden Michael (cmd7ag)" userId="S::cmd7ag@virginia.edu::556851f8-6ce2-4201-8ba2-103b104160fe" providerId="AD" clId="Web-{0D905756-2BD9-110D-F977-75DFE467C0F9}" dt="2025-06-03T13:43:56.598" v="3"/>
        <pc:sldMkLst>
          <pc:docMk/>
          <pc:sldMk cId="2988356672" sldId="660"/>
        </pc:sldMkLst>
      </pc:sldChg>
      <pc:sldChg chg="modSp">
        <pc:chgData name="Duy, Camden Michael (cmd7ag)" userId="S::cmd7ag@virginia.edu::556851f8-6ce2-4201-8ba2-103b104160fe" providerId="AD" clId="Web-{0D905756-2BD9-110D-F977-75DFE467C0F9}" dt="2025-06-03T13:43:56.364" v="2" actId="1076"/>
        <pc:sldMkLst>
          <pc:docMk/>
          <pc:sldMk cId="1085468944" sldId="730"/>
        </pc:sldMkLst>
      </pc:sldChg>
    </pc:docChg>
  </pc:docChgLst>
  <pc:docChgLst>
    <pc:chgData name="Sheikhzada, Ahmad (jus2yw)" userId="S::jus2yw@virginia.edu::a29e2e50-68d1-40e8-944f-6fa041707bee" providerId="AD" clId="Web-{6E1EF0AC-F9B0-1A8A-06D0-76F2B465ED7E}"/>
    <pc:docChg chg="modSld">
      <pc:chgData name="Sheikhzada, Ahmad (jus2yw)" userId="S::jus2yw@virginia.edu::a29e2e50-68d1-40e8-944f-6fa041707bee" providerId="AD" clId="Web-{6E1EF0AC-F9B0-1A8A-06D0-76F2B465ED7E}" dt="2025-01-30T17:46:26.322" v="111" actId="20577"/>
      <pc:docMkLst>
        <pc:docMk/>
      </pc:docMkLst>
      <pc:sldChg chg="addSp modSp">
        <pc:chgData name="Sheikhzada, Ahmad (jus2yw)" userId="S::jus2yw@virginia.edu::a29e2e50-68d1-40e8-944f-6fa041707bee" providerId="AD" clId="Web-{6E1EF0AC-F9B0-1A8A-06D0-76F2B465ED7E}" dt="2025-01-30T17:46:26.322" v="111" actId="20577"/>
        <pc:sldMkLst>
          <pc:docMk/>
          <pc:sldMk cId="3028671643" sldId="566"/>
        </pc:sldMkLst>
      </pc:sldChg>
    </pc:docChg>
  </pc:docChgLst>
  <pc:docChgLst>
    <pc:chgData name="Duy, Camden Michael (cmd7ag)" userId="S::cmd7ag@virginia.edu::556851f8-6ce2-4201-8ba2-103b104160fe" providerId="AD" clId="Web-{BE3A6B98-C48C-7DD5-1499-CDFAB2915AB7}"/>
    <pc:docChg chg="addSld delSld modSld modSection">
      <pc:chgData name="Duy, Camden Michael (cmd7ag)" userId="S::cmd7ag@virginia.edu::556851f8-6ce2-4201-8ba2-103b104160fe" providerId="AD" clId="Web-{BE3A6B98-C48C-7DD5-1499-CDFAB2915AB7}" dt="2025-03-25T18:16:13.193" v="497" actId="1076"/>
      <pc:docMkLst>
        <pc:docMk/>
      </pc:docMkLst>
      <pc:sldChg chg="addSp delSp modSp">
        <pc:chgData name="Duy, Camden Michael (cmd7ag)" userId="S::cmd7ag@virginia.edu::556851f8-6ce2-4201-8ba2-103b104160fe" providerId="AD" clId="Web-{BE3A6B98-C48C-7DD5-1499-CDFAB2915AB7}" dt="2025-03-25T18:16:13.193" v="497" actId="1076"/>
        <pc:sldMkLst>
          <pc:docMk/>
          <pc:sldMk cId="2988356672" sldId="660"/>
        </pc:sldMkLst>
      </pc:sldChg>
      <pc:sldChg chg="modSp">
        <pc:chgData name="Duy, Camden Michael (cmd7ag)" userId="S::cmd7ag@virginia.edu::556851f8-6ce2-4201-8ba2-103b104160fe" providerId="AD" clId="Web-{BE3A6B98-C48C-7DD5-1499-CDFAB2915AB7}" dt="2025-03-25T18:05:57.632" v="362" actId="20577"/>
        <pc:sldMkLst>
          <pc:docMk/>
          <pc:sldMk cId="1085468944" sldId="730"/>
        </pc:sldMkLst>
      </pc:sldChg>
      <pc:sldChg chg="modSp">
        <pc:chgData name="Duy, Camden Michael (cmd7ag)" userId="S::cmd7ag@virginia.edu::556851f8-6ce2-4201-8ba2-103b104160fe" providerId="AD" clId="Web-{BE3A6B98-C48C-7DD5-1499-CDFAB2915AB7}" dt="2025-03-25T18:06:05.351" v="364" actId="20577"/>
        <pc:sldMkLst>
          <pc:docMk/>
          <pc:sldMk cId="2155054824" sldId="732"/>
        </pc:sldMkLst>
      </pc:sldChg>
      <pc:sldChg chg="addSp modSp add del replId">
        <pc:chgData name="Duy, Camden Michael (cmd7ag)" userId="S::cmd7ag@virginia.edu::556851f8-6ce2-4201-8ba2-103b104160fe" providerId="AD" clId="Web-{BE3A6B98-C48C-7DD5-1499-CDFAB2915AB7}" dt="2025-03-25T18:16:00.974" v="493"/>
        <pc:sldMkLst>
          <pc:docMk/>
          <pc:sldMk cId="1397115641" sldId="734"/>
        </pc:sldMkLst>
      </pc:sldChg>
      <pc:sldChg chg="modSp new del">
        <pc:chgData name="Duy, Camden Michael (cmd7ag)" userId="S::cmd7ag@virginia.edu::556851f8-6ce2-4201-8ba2-103b104160fe" providerId="AD" clId="Web-{BE3A6B98-C48C-7DD5-1499-CDFAB2915AB7}" dt="2025-03-25T17:59:55.046" v="17"/>
        <pc:sldMkLst>
          <pc:docMk/>
          <pc:sldMk cId="3717576224" sldId="734"/>
        </pc:sldMkLst>
      </pc:sldChg>
    </pc:docChg>
  </pc:docChgLst>
  <pc:docChgLst>
    <pc:chgData name="Sheikhzada, Ahmad (jus2yw)" userId="S::jus2yw@virginia.edu::a29e2e50-68d1-40e8-944f-6fa041707bee" providerId="AD" clId="Web-{12B2601A-402C-B0FE-FBF1-222AF4E84F50}"/>
    <pc:docChg chg="delSld modSld modSection">
      <pc:chgData name="Sheikhzada, Ahmad (jus2yw)" userId="S::jus2yw@virginia.edu::a29e2e50-68d1-40e8-944f-6fa041707bee" providerId="AD" clId="Web-{12B2601A-402C-B0FE-FBF1-222AF4E84F50}" dt="2025-01-14T19:48:11.142" v="68"/>
      <pc:docMkLst>
        <pc:docMk/>
      </pc:docMkLst>
      <pc:sldChg chg="modSp del">
        <pc:chgData name="Sheikhzada, Ahmad (jus2yw)" userId="S::jus2yw@virginia.edu::a29e2e50-68d1-40e8-944f-6fa041707bee" providerId="AD" clId="Web-{12B2601A-402C-B0FE-FBF1-222AF4E84F50}" dt="2025-01-14T19:48:11.142" v="68"/>
        <pc:sldMkLst>
          <pc:docMk/>
          <pc:sldMk cId="96683055" sldId="645"/>
        </pc:sldMkLst>
      </pc:sldChg>
      <pc:sldChg chg="modSp">
        <pc:chgData name="Sheikhzada, Ahmad (jus2yw)" userId="S::jus2yw@virginia.edu::a29e2e50-68d1-40e8-944f-6fa041707bee" providerId="AD" clId="Web-{12B2601A-402C-B0FE-FBF1-222AF4E84F50}" dt="2025-01-14T19:45:52.467" v="46" actId="1076"/>
        <pc:sldMkLst>
          <pc:docMk/>
          <pc:sldMk cId="2231320461" sldId="666"/>
        </pc:sldMkLst>
      </pc:sldChg>
      <pc:sldChg chg="modSp">
        <pc:chgData name="Sheikhzada, Ahmad (jus2yw)" userId="S::jus2yw@virginia.edu::a29e2e50-68d1-40e8-944f-6fa041707bee" providerId="AD" clId="Web-{12B2601A-402C-B0FE-FBF1-222AF4E84F50}" dt="2025-01-14T19:28:45.709" v="19" actId="1076"/>
        <pc:sldMkLst>
          <pc:docMk/>
          <pc:sldMk cId="2863435505" sldId="667"/>
        </pc:sldMkLst>
      </pc:sldChg>
      <pc:sldChg chg="modSp">
        <pc:chgData name="Sheikhzada, Ahmad (jus2yw)" userId="S::jus2yw@virginia.edu::a29e2e50-68d1-40e8-944f-6fa041707bee" providerId="AD" clId="Web-{12B2601A-402C-B0FE-FBF1-222AF4E84F50}" dt="2025-01-14T19:47:59.345" v="67" actId="1076"/>
        <pc:sldMkLst>
          <pc:docMk/>
          <pc:sldMk cId="2740054843" sldId="668"/>
        </pc:sldMkLst>
      </pc:sldChg>
    </pc:docChg>
  </pc:docChgLst>
  <pc:docChgLst>
    <pc:chgData name="Sheikhzada, Ahmad (jus2yw)" userId="S::jus2yw@virginia.edu::a29e2e50-68d1-40e8-944f-6fa041707bee" providerId="AD" clId="Web-{5C47BFA8-9225-BF9A-FAB2-DEA095EB095C}"/>
    <pc:docChg chg="modSld">
      <pc:chgData name="Sheikhzada, Ahmad (jus2yw)" userId="S::jus2yw@virginia.edu::a29e2e50-68d1-40e8-944f-6fa041707bee" providerId="AD" clId="Web-{5C47BFA8-9225-BF9A-FAB2-DEA095EB095C}" dt="2025-01-10T22:57:48.483" v="129" actId="20577"/>
      <pc:docMkLst>
        <pc:docMk/>
      </pc:docMkLst>
      <pc:sldChg chg="modSp">
        <pc:chgData name="Sheikhzada, Ahmad (jus2yw)" userId="S::jus2yw@virginia.edu::a29e2e50-68d1-40e8-944f-6fa041707bee" providerId="AD" clId="Web-{5C47BFA8-9225-BF9A-FAB2-DEA095EB095C}" dt="2025-01-10T22:34:02.973" v="0" actId="20577"/>
        <pc:sldMkLst>
          <pc:docMk/>
          <pc:sldMk cId="3028671643" sldId="566"/>
        </pc:sldMkLst>
      </pc:sldChg>
      <pc:sldChg chg="modSp">
        <pc:chgData name="Sheikhzada, Ahmad (jus2yw)" userId="S::jus2yw@virginia.edu::a29e2e50-68d1-40e8-944f-6fa041707bee" providerId="AD" clId="Web-{5C47BFA8-9225-BF9A-FAB2-DEA095EB095C}" dt="2025-01-10T22:35:05.461" v="3" actId="20577"/>
        <pc:sldMkLst>
          <pc:docMk/>
          <pc:sldMk cId="3155551211" sldId="633"/>
        </pc:sldMkLst>
      </pc:sldChg>
      <pc:sldChg chg="modSp">
        <pc:chgData name="Sheikhzada, Ahmad (jus2yw)" userId="S::jus2yw@virginia.edu::a29e2e50-68d1-40e8-944f-6fa041707bee" providerId="AD" clId="Web-{5C47BFA8-9225-BF9A-FAB2-DEA095EB095C}" dt="2025-01-10T22:38:55.522" v="26" actId="20577"/>
        <pc:sldMkLst>
          <pc:docMk/>
          <pc:sldMk cId="3071774583" sldId="635"/>
        </pc:sldMkLst>
      </pc:sldChg>
      <pc:sldChg chg="modSp">
        <pc:chgData name="Sheikhzada, Ahmad (jus2yw)" userId="S::jus2yw@virginia.edu::a29e2e50-68d1-40e8-944f-6fa041707bee" providerId="AD" clId="Web-{5C47BFA8-9225-BF9A-FAB2-DEA095EB095C}" dt="2025-01-10T22:55:01.785" v="101" actId="20577"/>
        <pc:sldMkLst>
          <pc:docMk/>
          <pc:sldMk cId="47141009" sldId="636"/>
        </pc:sldMkLst>
      </pc:sldChg>
      <pc:sldChg chg="modSp">
        <pc:chgData name="Sheikhzada, Ahmad (jus2yw)" userId="S::jus2yw@virginia.edu::a29e2e50-68d1-40e8-944f-6fa041707bee" providerId="AD" clId="Web-{5C47BFA8-9225-BF9A-FAB2-DEA095EB095C}" dt="2025-01-10T22:57:48.483" v="129" actId="20577"/>
        <pc:sldMkLst>
          <pc:docMk/>
          <pc:sldMk cId="2706401425" sldId="639"/>
        </pc:sldMkLst>
      </pc:sldChg>
    </pc:docChg>
  </pc:docChgLst>
  <pc:docChgLst>
    <pc:chgData name="Orndorff, Paul B. (egg3xa)" userId="S::egg3xa@virginia.edu::bb260ba0-3f95-4dd5-bf82-f4952a983c80" providerId="AD" clId="Web-{1A45C498-67FA-4BBF-E11D-0BE0C9621248}"/>
    <pc:docChg chg="modSld">
      <pc:chgData name="Orndorff, Paul B. (egg3xa)" userId="S::egg3xa@virginia.edu::bb260ba0-3f95-4dd5-bf82-f4952a983c80" providerId="AD" clId="Web-{1A45C498-67FA-4BBF-E11D-0BE0C9621248}" dt="2025-08-20T14:42:27.606" v="6" actId="20577"/>
      <pc:docMkLst>
        <pc:docMk/>
      </pc:docMkLst>
      <pc:sldChg chg="modSp">
        <pc:chgData name="Orndorff, Paul B. (egg3xa)" userId="S::egg3xa@virginia.edu::bb260ba0-3f95-4dd5-bf82-f4952a983c80" providerId="AD" clId="Web-{1A45C498-67FA-4BBF-E11D-0BE0C9621248}" dt="2025-08-20T14:42:27.606" v="6" actId="20577"/>
        <pc:sldMkLst>
          <pc:docMk/>
          <pc:sldMk cId="3749437352" sldId="734"/>
        </pc:sldMkLst>
        <pc:spChg chg="mod">
          <ac:chgData name="Orndorff, Paul B. (egg3xa)" userId="S::egg3xa@virginia.edu::bb260ba0-3f95-4dd5-bf82-f4952a983c80" providerId="AD" clId="Web-{1A45C498-67FA-4BBF-E11D-0BE0C9621248}" dt="2025-08-20T14:42:27.606" v="6" actId="20577"/>
          <ac:spMkLst>
            <pc:docMk/>
            <pc:sldMk cId="3749437352" sldId="734"/>
            <ac:spMk id="3" creationId="{0786C114-1F2D-AEAE-F498-1CA7A44F2007}"/>
          </ac:spMkLst>
        </pc:spChg>
      </pc:sldChg>
      <pc:sldChg chg="modSp">
        <pc:chgData name="Orndorff, Paul B. (egg3xa)" userId="S::egg3xa@virginia.edu::bb260ba0-3f95-4dd5-bf82-f4952a983c80" providerId="AD" clId="Web-{1A45C498-67FA-4BBF-E11D-0BE0C9621248}" dt="2025-08-20T14:36:28.825" v="2" actId="20577"/>
        <pc:sldMkLst>
          <pc:docMk/>
          <pc:sldMk cId="1238302646" sldId="736"/>
        </pc:sldMkLst>
        <pc:spChg chg="mod">
          <ac:chgData name="Orndorff, Paul B. (egg3xa)" userId="S::egg3xa@virginia.edu::bb260ba0-3f95-4dd5-bf82-f4952a983c80" providerId="AD" clId="Web-{1A45C498-67FA-4BBF-E11D-0BE0C9621248}" dt="2025-08-20T14:36:28.825" v="2" actId="20577"/>
          <ac:spMkLst>
            <pc:docMk/>
            <pc:sldMk cId="1238302646" sldId="736"/>
            <ac:spMk id="3" creationId="{B426A521-2D9F-8BB8-8856-120D930A583A}"/>
          </ac:spMkLst>
        </pc:spChg>
      </pc:sldChg>
    </pc:docChg>
  </pc:docChgLst>
  <pc:docChgLst>
    <pc:chgData name="Siller, Karsten H (khs3z)" userId="S::khs3z@virginia.edu::df8ca5ff-c32a-47ba-9ffc-0644f754680a" providerId="AD" clId="Web-{2019EE00-CAD6-2DD8-00E0-D8D3AA5A2EB1}"/>
    <pc:docChg chg="modSld">
      <pc:chgData name="Siller, Karsten H (khs3z)" userId="S::khs3z@virginia.edu::df8ca5ff-c32a-47ba-9ffc-0644f754680a" providerId="AD" clId="Web-{2019EE00-CAD6-2DD8-00E0-D8D3AA5A2EB1}" dt="2025-01-21T21:46:24.216" v="0" actId="20577"/>
      <pc:docMkLst>
        <pc:docMk/>
      </pc:docMkLst>
      <pc:sldChg chg="modSp">
        <pc:chgData name="Siller, Karsten H (khs3z)" userId="S::khs3z@virginia.edu::df8ca5ff-c32a-47ba-9ffc-0644f754680a" providerId="AD" clId="Web-{2019EE00-CAD6-2DD8-00E0-D8D3AA5A2EB1}" dt="2025-01-21T21:46:24.216" v="0" actId="20577"/>
        <pc:sldMkLst>
          <pc:docMk/>
          <pc:sldMk cId="3028671643" sldId="566"/>
        </pc:sldMkLst>
      </pc:sldChg>
    </pc:docChg>
  </pc:docChgLst>
  <pc:docChgLst>
    <pc:chgData name="Orndorff, Paul B. (egg3xa)" userId="S::egg3xa@virginia.edu::bb260ba0-3f95-4dd5-bf82-f4952a983c80" providerId="AD" clId="Web-{5CB3A906-1685-73CC-9FAF-1C2657AFC4CE}"/>
    <pc:docChg chg="addSld modSld">
      <pc:chgData name="Orndorff, Paul B. (egg3xa)" userId="S::egg3xa@virginia.edu::bb260ba0-3f95-4dd5-bf82-f4952a983c80" providerId="AD" clId="Web-{5CB3A906-1685-73CC-9FAF-1C2657AFC4CE}" dt="2025-01-06T18:18:31.121" v="215" actId="20577"/>
      <pc:docMkLst>
        <pc:docMk/>
      </pc:docMkLst>
      <pc:sldChg chg="modSp new">
        <pc:chgData name="Orndorff, Paul B. (egg3xa)" userId="S::egg3xa@virginia.edu::bb260ba0-3f95-4dd5-bf82-f4952a983c80" providerId="AD" clId="Web-{5CB3A906-1685-73CC-9FAF-1C2657AFC4CE}" dt="2025-01-06T18:18:31.121" v="215" actId="20577"/>
        <pc:sldMkLst>
          <pc:docMk/>
          <pc:sldMk cId="1865748381" sldId="258"/>
        </pc:sldMkLst>
      </pc:sldChg>
    </pc:docChg>
  </pc:docChgLst>
  <pc:docChgLst>
    <pc:chgData name="Sheikhzada, Ahmad (jus2yw)" userId="S::jus2yw@virginia.edu::a29e2e50-68d1-40e8-944f-6fa041707bee" providerId="AD" clId="Web-{99EA7797-1015-35CF-0BC9-96A2696FBC6B}"/>
    <pc:docChg chg="addSld delSld modSld modSection">
      <pc:chgData name="Sheikhzada, Ahmad (jus2yw)" userId="S::jus2yw@virginia.edu::a29e2e50-68d1-40e8-944f-6fa041707bee" providerId="AD" clId="Web-{99EA7797-1015-35CF-0BC9-96A2696FBC6B}" dt="2025-01-16T17:45:44.411" v="371" actId="1076"/>
      <pc:docMkLst>
        <pc:docMk/>
      </pc:docMkLst>
      <pc:sldChg chg="modSp">
        <pc:chgData name="Sheikhzada, Ahmad (jus2yw)" userId="S::jus2yw@virginia.edu::a29e2e50-68d1-40e8-944f-6fa041707bee" providerId="AD" clId="Web-{99EA7797-1015-35CF-0BC9-96A2696FBC6B}" dt="2025-01-16T15:09:36.253" v="1" actId="20577"/>
        <pc:sldMkLst>
          <pc:docMk/>
          <pc:sldMk cId="2461103670" sldId="634"/>
        </pc:sldMkLst>
      </pc:sldChg>
      <pc:sldChg chg="modSp">
        <pc:chgData name="Sheikhzada, Ahmad (jus2yw)" userId="S::jus2yw@virginia.edu::a29e2e50-68d1-40e8-944f-6fa041707bee" providerId="AD" clId="Web-{99EA7797-1015-35CF-0BC9-96A2696FBC6B}" dt="2025-01-16T15:10:06.893" v="3" actId="20577"/>
        <pc:sldMkLst>
          <pc:docMk/>
          <pc:sldMk cId="155018193" sldId="637"/>
        </pc:sldMkLst>
      </pc:sldChg>
      <pc:sldChg chg="modSp">
        <pc:chgData name="Sheikhzada, Ahmad (jus2yw)" userId="S::jus2yw@virginia.edu::a29e2e50-68d1-40e8-944f-6fa041707bee" providerId="AD" clId="Web-{99EA7797-1015-35CF-0BC9-96A2696FBC6B}" dt="2025-01-16T15:44:29.820" v="155" actId="20577"/>
        <pc:sldMkLst>
          <pc:docMk/>
          <pc:sldMk cId="1570450503" sldId="643"/>
        </pc:sldMkLst>
      </pc:sldChg>
      <pc:sldChg chg="modSp modCm">
        <pc:chgData name="Sheikhzada, Ahmad (jus2yw)" userId="S::jus2yw@virginia.edu::a29e2e50-68d1-40e8-944f-6fa041707bee" providerId="AD" clId="Web-{99EA7797-1015-35CF-0BC9-96A2696FBC6B}" dt="2025-01-16T15:10:34.081" v="6" actId="20577"/>
        <pc:sldMkLst>
          <pc:docMk/>
          <pc:sldMk cId="1532817387" sldId="647"/>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99EA7797-1015-35CF-0BC9-96A2696FBC6B}" dt="2025-01-16T15:10:24.003" v="5" actId="20577"/>
              <pc2:cmMkLst xmlns:pc2="http://schemas.microsoft.com/office/powerpoint/2019/9/main/command">
                <pc:docMk/>
                <pc:sldMk cId="1532817387" sldId="647"/>
                <pc2:cmMk id="{7A6938AF-514E-4678-941C-51F1B994A75B}"/>
              </pc2:cmMkLst>
            </pc226:cmChg>
          </p:ext>
        </pc:extLst>
      </pc:sldChg>
      <pc:sldChg chg="modSp modCm">
        <pc:chgData name="Sheikhzada, Ahmad (jus2yw)" userId="S::jus2yw@virginia.edu::a29e2e50-68d1-40e8-944f-6fa041707bee" providerId="AD" clId="Web-{99EA7797-1015-35CF-0BC9-96A2696FBC6B}" dt="2025-01-16T15:24:18.598" v="58" actId="20577"/>
        <pc:sldMkLst>
          <pc:docMk/>
          <pc:sldMk cId="4259225808" sldId="650"/>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99EA7797-1015-35CF-0BC9-96A2696FBC6B}" dt="2025-01-16T15:23:00.176" v="39" actId="20577"/>
              <pc2:cmMkLst xmlns:pc2="http://schemas.microsoft.com/office/powerpoint/2019/9/main/command">
                <pc:docMk/>
                <pc:sldMk cId="4259225808" sldId="650"/>
                <pc2:cmMk id="{18D1C13E-EA11-440F-A6A5-7479E7CA713A}"/>
              </pc2:cmMkLst>
            </pc226:cmChg>
          </p:ext>
        </pc:extLst>
      </pc:sldChg>
      <pc:sldChg chg="modSp modCm">
        <pc:chgData name="Sheikhzada, Ahmad (jus2yw)" userId="S::jus2yw@virginia.edu::a29e2e50-68d1-40e8-944f-6fa041707bee" providerId="AD" clId="Web-{99EA7797-1015-35CF-0BC9-96A2696FBC6B}" dt="2025-01-16T15:27:32.021" v="111" actId="20577"/>
        <pc:sldMkLst>
          <pc:docMk/>
          <pc:sldMk cId="1783429098" sldId="651"/>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99EA7797-1015-35CF-0BC9-96A2696FBC6B}" dt="2025-01-16T15:27:29.880" v="110" actId="20577"/>
              <pc2:cmMkLst xmlns:pc2="http://schemas.microsoft.com/office/powerpoint/2019/9/main/command">
                <pc:docMk/>
                <pc:sldMk cId="1783429098" sldId="651"/>
                <pc2:cmMk id="{A221F91A-B877-4062-891C-3AD53F6E0E11}"/>
              </pc2:cmMkLst>
            </pc226:cmChg>
          </p:ext>
        </pc:extLst>
      </pc:sldChg>
      <pc:sldChg chg="addSp delSp modSp add del">
        <pc:chgData name="Sheikhzada, Ahmad (jus2yw)" userId="S::jus2yw@virginia.edu::a29e2e50-68d1-40e8-944f-6fa041707bee" providerId="AD" clId="Web-{99EA7797-1015-35CF-0BC9-96A2696FBC6B}" dt="2025-01-16T15:43:31.945" v="147" actId="1076"/>
        <pc:sldMkLst>
          <pc:docMk/>
          <pc:sldMk cId="2988356672" sldId="660"/>
        </pc:sldMkLst>
      </pc:sldChg>
      <pc:sldChg chg="modSp">
        <pc:chgData name="Sheikhzada, Ahmad (jus2yw)" userId="S::jus2yw@virginia.edu::a29e2e50-68d1-40e8-944f-6fa041707bee" providerId="AD" clId="Web-{99EA7797-1015-35CF-0BC9-96A2696FBC6B}" dt="2025-01-16T16:19:16.402" v="267" actId="20577"/>
        <pc:sldMkLst>
          <pc:docMk/>
          <pc:sldMk cId="1564575063" sldId="665"/>
        </pc:sldMkLst>
      </pc:sldChg>
      <pc:sldChg chg="modSp">
        <pc:chgData name="Sheikhzada, Ahmad (jus2yw)" userId="S::jus2yw@virginia.edu::a29e2e50-68d1-40e8-944f-6fa041707bee" providerId="AD" clId="Web-{99EA7797-1015-35CF-0BC9-96A2696FBC6B}" dt="2025-01-16T17:45:44.411" v="371" actId="1076"/>
        <pc:sldMkLst>
          <pc:docMk/>
          <pc:sldMk cId="2863435505" sldId="667"/>
        </pc:sldMkLst>
      </pc:sldChg>
    </pc:docChg>
  </pc:docChgLst>
  <pc:docChgLst>
    <pc:chgData name="Duy, Camden Michael (cmd7ag)" userId="S::cmd7ag@virginia.edu::556851f8-6ce2-4201-8ba2-103b104160fe" providerId="AD" clId="Web-{8E79406D-544F-5A49-A51B-0B9F4019641A}"/>
    <pc:docChg chg="addSld modSld addSection modSection">
      <pc:chgData name="Duy, Camden Michael (cmd7ag)" userId="S::cmd7ag@virginia.edu::556851f8-6ce2-4201-8ba2-103b104160fe" providerId="AD" clId="Web-{8E79406D-544F-5A49-A51B-0B9F4019641A}" dt="2025-07-08T13:24:44.843" v="33"/>
      <pc:docMkLst>
        <pc:docMk/>
      </pc:docMkLst>
      <pc:sldChg chg="modSp new">
        <pc:chgData name="Duy, Camden Michael (cmd7ag)" userId="S::cmd7ag@virginia.edu::556851f8-6ce2-4201-8ba2-103b104160fe" providerId="AD" clId="Web-{8E79406D-544F-5A49-A51B-0B9F4019641A}" dt="2025-07-08T13:23:58.263" v="19" actId="20577"/>
        <pc:sldMkLst>
          <pc:docMk/>
          <pc:sldMk cId="3749437352" sldId="734"/>
        </pc:sldMkLst>
      </pc:sldChg>
      <pc:sldChg chg="modSp new">
        <pc:chgData name="Duy, Camden Michael (cmd7ag)" userId="S::cmd7ag@virginia.edu::556851f8-6ce2-4201-8ba2-103b104160fe" providerId="AD" clId="Web-{8E79406D-544F-5A49-A51B-0B9F4019641A}" dt="2025-07-08T13:24:37.390" v="31" actId="20577"/>
        <pc:sldMkLst>
          <pc:docMk/>
          <pc:sldMk cId="3331705122" sldId="735"/>
        </pc:sldMkLst>
      </pc:sldChg>
    </pc:docChg>
  </pc:docChgLst>
  <pc:docChgLst>
    <pc:chgData name="Orndorff, Paul B. (egg3xa)" userId="S::egg3xa@virginia.edu::bb260ba0-3f95-4dd5-bf82-f4952a983c80" providerId="AD" clId="Web-{C38CB5C1-2769-6B8B-7187-FBBDF2AA880A}"/>
    <pc:docChg chg="modSld">
      <pc:chgData name="Orndorff, Paul B. (egg3xa)" userId="S::egg3xa@virginia.edu::bb260ba0-3f95-4dd5-bf82-f4952a983c80" providerId="AD" clId="Web-{C38CB5C1-2769-6B8B-7187-FBBDF2AA880A}" dt="2025-08-20T15:10:11.216" v="62" actId="20577"/>
      <pc:docMkLst>
        <pc:docMk/>
      </pc:docMkLst>
      <pc:sldChg chg="modSp">
        <pc:chgData name="Orndorff, Paul B. (egg3xa)" userId="S::egg3xa@virginia.edu::bb260ba0-3f95-4dd5-bf82-f4952a983c80" providerId="AD" clId="Web-{C38CB5C1-2769-6B8B-7187-FBBDF2AA880A}" dt="2025-08-20T15:10:11.216" v="62" actId="20577"/>
        <pc:sldMkLst>
          <pc:docMk/>
          <pc:sldMk cId="1783429098" sldId="651"/>
        </pc:sldMkLst>
        <pc:spChg chg="mod">
          <ac:chgData name="Orndorff, Paul B. (egg3xa)" userId="S::egg3xa@virginia.edu::bb260ba0-3f95-4dd5-bf82-f4952a983c80" providerId="AD" clId="Web-{C38CB5C1-2769-6B8B-7187-FBBDF2AA880A}" dt="2025-08-20T15:10:11.216" v="62" actId="20577"/>
          <ac:spMkLst>
            <pc:docMk/>
            <pc:sldMk cId="1783429098" sldId="651"/>
            <ac:spMk id="3" creationId="{00000000-0000-0000-0000-000000000000}"/>
          </ac:spMkLst>
        </pc:spChg>
      </pc:sldChg>
    </pc:docChg>
  </pc:docChgLst>
  <pc:docChgLst>
    <pc:chgData name="Sheikhzada, Ahmad (jus2yw)" userId="S::jus2yw@virginia.edu::a29e2e50-68d1-40e8-944f-6fa041707bee" providerId="AD" clId="Web-{C3B98D0D-72FD-51E5-2597-06B1E6FDEE79}"/>
    <pc:docChg chg="modSld">
      <pc:chgData name="Sheikhzada, Ahmad (jus2yw)" userId="S::jus2yw@virginia.edu::a29e2e50-68d1-40e8-944f-6fa041707bee" providerId="AD" clId="Web-{C3B98D0D-72FD-51E5-2597-06B1E6FDEE79}" dt="2025-01-17T16:39:38.221" v="11" actId="20577"/>
      <pc:docMkLst>
        <pc:docMk/>
      </pc:docMkLst>
      <pc:sldChg chg="modSp">
        <pc:chgData name="Sheikhzada, Ahmad (jus2yw)" userId="S::jus2yw@virginia.edu::a29e2e50-68d1-40e8-944f-6fa041707bee" providerId="AD" clId="Web-{C3B98D0D-72FD-51E5-2597-06B1E6FDEE79}" dt="2025-01-17T16:15:33.076" v="7" actId="20577"/>
        <pc:sldMkLst>
          <pc:docMk/>
          <pc:sldMk cId="47141009" sldId="636"/>
        </pc:sldMkLst>
      </pc:sldChg>
      <pc:sldChg chg="modSp">
        <pc:chgData name="Sheikhzada, Ahmad (jus2yw)" userId="S::jus2yw@virginia.edu::a29e2e50-68d1-40e8-944f-6fa041707bee" providerId="AD" clId="Web-{C3B98D0D-72FD-51E5-2597-06B1E6FDEE79}" dt="2025-01-17T16:39:38.221" v="11" actId="20577"/>
        <pc:sldMkLst>
          <pc:docMk/>
          <pc:sldMk cId="1085468944" sldId="730"/>
        </pc:sldMkLst>
      </pc:sldChg>
    </pc:docChg>
  </pc:docChgLst>
  <pc:docChgLst>
    <pc:chgData name="Duy, Camden Michael (cmd7ag)" userId="S::cmd7ag@virginia.edu::556851f8-6ce2-4201-8ba2-103b104160fe" providerId="AD" clId="Web-{A50483FA-F4AC-1350-5FD8-9BE47CC28F89}"/>
    <pc:docChg chg="modSld sldOrd">
      <pc:chgData name="Duy, Camden Michael (cmd7ag)" userId="S::cmd7ag@virginia.edu::556851f8-6ce2-4201-8ba2-103b104160fe" providerId="AD" clId="Web-{A50483FA-F4AC-1350-5FD8-9BE47CC28F89}" dt="2025-05-27T16:53:50.932" v="16"/>
      <pc:docMkLst>
        <pc:docMk/>
      </pc:docMkLst>
      <pc:sldChg chg="modSp">
        <pc:chgData name="Duy, Camden Michael (cmd7ag)" userId="S::cmd7ag@virginia.edu::556851f8-6ce2-4201-8ba2-103b104160fe" providerId="AD" clId="Web-{A50483FA-F4AC-1350-5FD8-9BE47CC28F89}" dt="2025-05-27T16:53:43.416" v="9" actId="20577"/>
        <pc:sldMkLst>
          <pc:docMk/>
          <pc:sldMk cId="1783429098" sldId="651"/>
        </pc:sldMkLst>
      </pc:sldChg>
      <pc:sldChg chg="modSp ord">
        <pc:chgData name="Duy, Camden Michael (cmd7ag)" userId="S::cmd7ag@virginia.edu::556851f8-6ce2-4201-8ba2-103b104160fe" providerId="AD" clId="Web-{A50483FA-F4AC-1350-5FD8-9BE47CC28F89}" dt="2025-05-27T16:53:47.776" v="15" actId="20577"/>
        <pc:sldMkLst>
          <pc:docMk/>
          <pc:sldMk cId="2556091822" sldId="652"/>
        </pc:sldMkLst>
      </pc:sldChg>
      <pc:sldChg chg="ord">
        <pc:chgData name="Duy, Camden Michael (cmd7ag)" userId="S::cmd7ag@virginia.edu::556851f8-6ce2-4201-8ba2-103b104160fe" providerId="AD" clId="Web-{A50483FA-F4AC-1350-5FD8-9BE47CC28F89}" dt="2025-05-27T16:53:50.932" v="16"/>
        <pc:sldMkLst>
          <pc:docMk/>
          <pc:sldMk cId="4210930778" sldId="663"/>
        </pc:sldMkLst>
      </pc:sldChg>
    </pc:docChg>
  </pc:docChgLst>
  <pc:docChgLst>
    <pc:chgData name="Orndorff, Paul B. (egg3xa)" userId="S::egg3xa@virginia.edu::bb260ba0-3f95-4dd5-bf82-f4952a983c80" providerId="AD" clId="Web-{224F2007-7E00-97B3-78FF-D8A5E6849668}"/>
    <pc:docChg chg="modSld">
      <pc:chgData name="Orndorff, Paul B. (egg3xa)" userId="S::egg3xa@virginia.edu::bb260ba0-3f95-4dd5-bf82-f4952a983c80" providerId="AD" clId="Web-{224F2007-7E00-97B3-78FF-D8A5E6849668}" dt="2025-01-17T16:34:59.022" v="10" actId="20577"/>
      <pc:docMkLst>
        <pc:docMk/>
      </pc:docMkLst>
      <pc:sldChg chg="modSp">
        <pc:chgData name="Orndorff, Paul B. (egg3xa)" userId="S::egg3xa@virginia.edu::bb260ba0-3f95-4dd5-bf82-f4952a983c80" providerId="AD" clId="Web-{224F2007-7E00-97B3-78FF-D8A5E6849668}" dt="2025-01-17T16:34:59.022" v="10" actId="20577"/>
        <pc:sldMkLst>
          <pc:docMk/>
          <pc:sldMk cId="1783429098" sldId="651"/>
        </pc:sldMkLst>
      </pc:sldChg>
    </pc:docChg>
  </pc:docChgLst>
  <pc:docChgLst>
    <pc:chgData name="Orndorff, Paul B. (egg3xa)" userId="S::egg3xa@virginia.edu::bb260ba0-3f95-4dd5-bf82-f4952a983c80" providerId="AD" clId="Web-{AAE1C4E4-32CD-88D9-1118-9BAB56763197}"/>
    <pc:docChg chg="modSld">
      <pc:chgData name="Orndorff, Paul B. (egg3xa)" userId="S::egg3xa@virginia.edu::bb260ba0-3f95-4dd5-bf82-f4952a983c80" providerId="AD" clId="Web-{AAE1C4E4-32CD-88D9-1118-9BAB56763197}" dt="2025-03-18T17:00:19.876" v="13" actId="20577"/>
      <pc:docMkLst>
        <pc:docMk/>
      </pc:docMkLst>
      <pc:sldChg chg="modSp modCm">
        <pc:chgData name="Orndorff, Paul B. (egg3xa)" userId="S::egg3xa@virginia.edu::bb260ba0-3f95-4dd5-bf82-f4952a983c80" providerId="AD" clId="Web-{AAE1C4E4-32CD-88D9-1118-9BAB56763197}" dt="2025-03-18T16:59:57.219" v="4" actId="20577"/>
        <pc:sldMkLst>
          <pc:docMk/>
          <pc:sldMk cId="3155551211" sldId="633"/>
        </pc:sldMkLst>
        <pc:extLst>
          <p:ext xmlns:p="http://schemas.openxmlformats.org/presentationml/2006/main" uri="{D6D511B9-2390-475A-947B-AFAB55BFBCF1}">
            <pc226:cmChg xmlns:pc226="http://schemas.microsoft.com/office/powerpoint/2022/06/main/command" chg="mod">
              <pc226:chgData name="Orndorff, Paul B. (egg3xa)" userId="S::egg3xa@virginia.edu::bb260ba0-3f95-4dd5-bf82-f4952a983c80" providerId="AD" clId="Web-{AAE1C4E4-32CD-88D9-1118-9BAB56763197}" dt="2025-03-18T16:59:54.938" v="3" actId="20577"/>
              <pc2:cmMkLst xmlns:pc2="http://schemas.microsoft.com/office/powerpoint/2019/9/main/command">
                <pc:docMk/>
                <pc:sldMk cId="3155551211" sldId="633"/>
                <pc2:cmMk id="{6E662653-180D-47F0-B48A-87D526C0D01E}"/>
              </pc2:cmMkLst>
            </pc226:cmChg>
          </p:ext>
        </pc:extLst>
      </pc:sldChg>
      <pc:sldChg chg="modSp">
        <pc:chgData name="Orndorff, Paul B. (egg3xa)" userId="S::egg3xa@virginia.edu::bb260ba0-3f95-4dd5-bf82-f4952a983c80" providerId="AD" clId="Web-{AAE1C4E4-32CD-88D9-1118-9BAB56763197}" dt="2025-03-18T17:00:19.876" v="13" actId="20577"/>
        <pc:sldMkLst>
          <pc:docMk/>
          <pc:sldMk cId="47141009" sldId="636"/>
        </pc:sldMkLst>
      </pc:sldChg>
    </pc:docChg>
  </pc:docChgLst>
  <pc:docChgLst>
    <pc:chgData name="Sheikhzada, Ahmad (jus2yw)" userId="S::jus2yw@virginia.edu::a29e2e50-68d1-40e8-944f-6fa041707bee" providerId="AD" clId="Web-{37DA8F41-3A3F-D6AB-5722-0DB0228063BD}"/>
    <pc:docChg chg="modSld">
      <pc:chgData name="Sheikhzada, Ahmad (jus2yw)" userId="S::jus2yw@virginia.edu::a29e2e50-68d1-40e8-944f-6fa041707bee" providerId="AD" clId="Web-{37DA8F41-3A3F-D6AB-5722-0DB0228063BD}" dt="2025-01-13T16:02:11.400" v="43" actId="20577"/>
      <pc:docMkLst>
        <pc:docMk/>
      </pc:docMkLst>
      <pc:sldChg chg="modSp">
        <pc:chgData name="Sheikhzada, Ahmad (jus2yw)" userId="S::jus2yw@virginia.edu::a29e2e50-68d1-40e8-944f-6fa041707bee" providerId="AD" clId="Web-{37DA8F41-3A3F-D6AB-5722-0DB0228063BD}" dt="2025-01-13T16:02:11.400" v="43" actId="20577"/>
        <pc:sldMkLst>
          <pc:docMk/>
          <pc:sldMk cId="3155551211" sldId="633"/>
        </pc:sldMkLst>
      </pc:sldChg>
    </pc:docChg>
  </pc:docChgLst>
  <pc:docChgLst>
    <pc:chgData name="Sheikhzada, Ahmad (jus2yw)" userId="S::jus2yw@virginia.edu::a29e2e50-68d1-40e8-944f-6fa041707bee" providerId="AD" clId="Web-{DC2D8A6E-246D-3DB0-425B-CEDEF193F757}"/>
    <pc:docChg chg="modSld">
      <pc:chgData name="Sheikhzada, Ahmad (jus2yw)" userId="S::jus2yw@virginia.edu::a29e2e50-68d1-40e8-944f-6fa041707bee" providerId="AD" clId="Web-{DC2D8A6E-246D-3DB0-425B-CEDEF193F757}" dt="2025-01-13T21:43:15.626" v="420" actId="20577"/>
      <pc:docMkLst>
        <pc:docMk/>
      </pc:docMkLst>
      <pc:sldChg chg="modSp">
        <pc:chgData name="Sheikhzada, Ahmad (jus2yw)" userId="S::jus2yw@virginia.edu::a29e2e50-68d1-40e8-944f-6fa041707bee" providerId="AD" clId="Web-{DC2D8A6E-246D-3DB0-425B-CEDEF193F757}" dt="2025-01-13T18:29:45.334" v="150" actId="20577"/>
        <pc:sldMkLst>
          <pc:docMk/>
          <pc:sldMk cId="155018193" sldId="637"/>
        </pc:sldMkLst>
      </pc:sldChg>
      <pc:sldChg chg="modSp">
        <pc:chgData name="Sheikhzada, Ahmad (jus2yw)" userId="S::jus2yw@virginia.edu::a29e2e50-68d1-40e8-944f-6fa041707bee" providerId="AD" clId="Web-{DC2D8A6E-246D-3DB0-425B-CEDEF193F757}" dt="2025-01-13T18:15:22.780" v="41" actId="20577"/>
        <pc:sldMkLst>
          <pc:docMk/>
          <pc:sldMk cId="1251091028" sldId="640"/>
        </pc:sldMkLst>
      </pc:sldChg>
      <pc:sldChg chg="modSp">
        <pc:chgData name="Sheikhzada, Ahmad (jus2yw)" userId="S::jus2yw@virginia.edu::a29e2e50-68d1-40e8-944f-6fa041707bee" providerId="AD" clId="Web-{DC2D8A6E-246D-3DB0-425B-CEDEF193F757}" dt="2025-01-13T18:15:39.421" v="42" actId="20577"/>
        <pc:sldMkLst>
          <pc:docMk/>
          <pc:sldMk cId="1570450503" sldId="643"/>
        </pc:sldMkLst>
      </pc:sldChg>
      <pc:sldChg chg="modSp">
        <pc:chgData name="Sheikhzada, Ahmad (jus2yw)" userId="S::jus2yw@virginia.edu::a29e2e50-68d1-40e8-944f-6fa041707bee" providerId="AD" clId="Web-{DC2D8A6E-246D-3DB0-425B-CEDEF193F757}" dt="2025-01-13T18:41:29.043" v="254" actId="1076"/>
        <pc:sldMkLst>
          <pc:docMk/>
          <pc:sldMk cId="1532817387" sldId="647"/>
        </pc:sldMkLst>
      </pc:sldChg>
      <pc:sldChg chg="modSp">
        <pc:chgData name="Sheikhzada, Ahmad (jus2yw)" userId="S::jus2yw@virginia.edu::a29e2e50-68d1-40e8-944f-6fa041707bee" providerId="AD" clId="Web-{DC2D8A6E-246D-3DB0-425B-CEDEF193F757}" dt="2025-01-13T18:36:18.775" v="169" actId="1076"/>
        <pc:sldMkLst>
          <pc:docMk/>
          <pc:sldMk cId="279195997" sldId="648"/>
        </pc:sldMkLst>
      </pc:sldChg>
      <pc:sldChg chg="modSp">
        <pc:chgData name="Sheikhzada, Ahmad (jus2yw)" userId="S::jus2yw@virginia.edu::a29e2e50-68d1-40e8-944f-6fa041707bee" providerId="AD" clId="Web-{DC2D8A6E-246D-3DB0-425B-CEDEF193F757}" dt="2025-01-13T20:49:36.452" v="277" actId="1076"/>
        <pc:sldMkLst>
          <pc:docMk/>
          <pc:sldMk cId="4259225808" sldId="650"/>
        </pc:sldMkLst>
      </pc:sldChg>
      <pc:sldChg chg="modSp">
        <pc:chgData name="Sheikhzada, Ahmad (jus2yw)" userId="S::jus2yw@virginia.edu::a29e2e50-68d1-40e8-944f-6fa041707bee" providerId="AD" clId="Web-{DC2D8A6E-246D-3DB0-425B-CEDEF193F757}" dt="2025-01-13T21:17:40.946" v="323" actId="20577"/>
        <pc:sldMkLst>
          <pc:docMk/>
          <pc:sldMk cId="1783429098" sldId="651"/>
        </pc:sldMkLst>
      </pc:sldChg>
      <pc:sldChg chg="modSp">
        <pc:chgData name="Sheikhzada, Ahmad (jus2yw)" userId="S::jus2yw@virginia.edu::a29e2e50-68d1-40e8-944f-6fa041707bee" providerId="AD" clId="Web-{DC2D8A6E-246D-3DB0-425B-CEDEF193F757}" dt="2025-01-13T21:30:57.533" v="333" actId="20577"/>
        <pc:sldMkLst>
          <pc:docMk/>
          <pc:sldMk cId="2556091822" sldId="652"/>
        </pc:sldMkLst>
      </pc:sldChg>
      <pc:sldChg chg="modSp">
        <pc:chgData name="Sheikhzada, Ahmad (jus2yw)" userId="S::jus2yw@virginia.edu::a29e2e50-68d1-40e8-944f-6fa041707bee" providerId="AD" clId="Web-{DC2D8A6E-246D-3DB0-425B-CEDEF193F757}" dt="2025-01-13T21:40:14.112" v="391" actId="20577"/>
        <pc:sldMkLst>
          <pc:docMk/>
          <pc:sldMk cId="3858141239" sldId="654"/>
        </pc:sldMkLst>
      </pc:sldChg>
      <pc:sldChg chg="modSp">
        <pc:chgData name="Sheikhzada, Ahmad (jus2yw)" userId="S::jus2yw@virginia.edu::a29e2e50-68d1-40e8-944f-6fa041707bee" providerId="AD" clId="Web-{DC2D8A6E-246D-3DB0-425B-CEDEF193F757}" dt="2025-01-13T21:43:15.626" v="420" actId="20577"/>
        <pc:sldMkLst>
          <pc:docMk/>
          <pc:sldMk cId="2291088688" sldId="655"/>
        </pc:sldMkLst>
      </pc:sldChg>
    </pc:docChg>
  </pc:docChgLst>
  <pc:docChgLst>
    <pc:chgData name="Siller, Karsten H (khs3z)" userId="S::khs3z@virginia.edu::df8ca5ff-c32a-47ba-9ffc-0644f754680a" providerId="AD" clId="Web-{6E103043-2A52-3DA1-23C9-A2C03B99E70B}"/>
    <pc:docChg chg="modSld">
      <pc:chgData name="Siller, Karsten H (khs3z)" userId="S::khs3z@virginia.edu::df8ca5ff-c32a-47ba-9ffc-0644f754680a" providerId="AD" clId="Web-{6E103043-2A52-3DA1-23C9-A2C03B99E70B}" dt="2025-01-21T21:47:05.065" v="0" actId="20577"/>
      <pc:docMkLst>
        <pc:docMk/>
      </pc:docMkLst>
      <pc:sldChg chg="modSp">
        <pc:chgData name="Siller, Karsten H (khs3z)" userId="S::khs3z@virginia.edu::df8ca5ff-c32a-47ba-9ffc-0644f754680a" providerId="AD" clId="Web-{6E103043-2A52-3DA1-23C9-A2C03B99E70B}" dt="2025-01-21T21:47:05.065" v="0" actId="20577"/>
        <pc:sldMkLst>
          <pc:docMk/>
          <pc:sldMk cId="3028671643" sldId="566"/>
        </pc:sldMkLst>
      </pc:sldChg>
    </pc:docChg>
  </pc:docChgLst>
  <pc:docChgLst>
    <pc:chgData name="Duy, Camden Michael (cmd7ag)" userId="S::cmd7ag@virginia.edu::556851f8-6ce2-4201-8ba2-103b104160fe" providerId="AD" clId="Web-{8D3B7AE5-397D-E617-35D5-B891A5F95CE7}"/>
    <pc:docChg chg="delSld modSld modSection">
      <pc:chgData name="Duy, Camden Michael (cmd7ag)" userId="S::cmd7ag@virginia.edu::556851f8-6ce2-4201-8ba2-103b104160fe" providerId="AD" clId="Web-{8D3B7AE5-397D-E617-35D5-B891A5F95CE7}" dt="2025-01-30T18:11:26.294" v="8"/>
      <pc:docMkLst>
        <pc:docMk/>
      </pc:docMkLst>
      <pc:sldChg chg="del mod modShow">
        <pc:chgData name="Duy, Camden Michael (cmd7ag)" userId="S::cmd7ag@virginia.edu::556851f8-6ce2-4201-8ba2-103b104160fe" providerId="AD" clId="Web-{8D3B7AE5-397D-E617-35D5-B891A5F95CE7}" dt="2025-01-30T18:11:26.294" v="8"/>
        <pc:sldMkLst>
          <pc:docMk/>
          <pc:sldMk cId="3710449337" sldId="656"/>
        </pc:sldMkLst>
      </pc:sldChg>
      <pc:sldChg chg="modSp">
        <pc:chgData name="Duy, Camden Michael (cmd7ag)" userId="S::cmd7ag@virginia.edu::556851f8-6ce2-4201-8ba2-103b104160fe" providerId="AD" clId="Web-{8D3B7AE5-397D-E617-35D5-B891A5F95CE7}" dt="2025-01-30T18:11:24.278" v="7" actId="20577"/>
        <pc:sldMkLst>
          <pc:docMk/>
          <pc:sldMk cId="2155054824" sldId="732"/>
        </pc:sldMkLst>
      </pc:sldChg>
    </pc:docChg>
  </pc:docChgLst>
  <pc:docChgLst>
    <pc:chgData name="Sheikhzada, Ahmad (jus2yw)" userId="S::jus2yw@virginia.edu::a29e2e50-68d1-40e8-944f-6fa041707bee" providerId="AD" clId="Web-{8D20C6AD-CC5D-A701-9AB1-57D0020D5714}"/>
    <pc:docChg chg="addSld modSld modSection">
      <pc:chgData name="Sheikhzada, Ahmad (jus2yw)" userId="S::jus2yw@virginia.edu::a29e2e50-68d1-40e8-944f-6fa041707bee" providerId="AD" clId="Web-{8D20C6AD-CC5D-A701-9AB1-57D0020D5714}" dt="2025-01-15T14:19:15.413" v="58" actId="14100"/>
      <pc:docMkLst>
        <pc:docMk/>
      </pc:docMkLst>
      <pc:sldChg chg="modSp">
        <pc:chgData name="Sheikhzada, Ahmad (jus2yw)" userId="S::jus2yw@virginia.edu::a29e2e50-68d1-40e8-944f-6fa041707bee" providerId="AD" clId="Web-{8D20C6AD-CC5D-A701-9AB1-57D0020D5714}" dt="2025-01-15T14:15:53.255" v="11" actId="20577"/>
        <pc:sldMkLst>
          <pc:docMk/>
          <pc:sldMk cId="2231320461" sldId="666"/>
        </pc:sldMkLst>
      </pc:sldChg>
      <pc:sldChg chg="modSp">
        <pc:chgData name="Sheikhzada, Ahmad (jus2yw)" userId="S::jus2yw@virginia.edu::a29e2e50-68d1-40e8-944f-6fa041707bee" providerId="AD" clId="Web-{8D20C6AD-CC5D-A701-9AB1-57D0020D5714}" dt="2025-01-15T14:13:18.832" v="1" actId="20577"/>
        <pc:sldMkLst>
          <pc:docMk/>
          <pc:sldMk cId="1085468944" sldId="730"/>
        </pc:sldMkLst>
      </pc:sldChg>
      <pc:sldChg chg="addSp delSp modSp add replId">
        <pc:chgData name="Sheikhzada, Ahmad (jus2yw)" userId="S::jus2yw@virginia.edu::a29e2e50-68d1-40e8-944f-6fa041707bee" providerId="AD" clId="Web-{8D20C6AD-CC5D-A701-9AB1-57D0020D5714}" dt="2025-01-15T14:19:15.413" v="58" actId="14100"/>
        <pc:sldMkLst>
          <pc:docMk/>
          <pc:sldMk cId="747632804" sldId="733"/>
        </pc:sldMkLst>
      </pc:sldChg>
    </pc:docChg>
  </pc:docChgLst>
  <pc:docChgLst>
    <pc:chgData name="Sheikhzada, Ahmad (jus2yw)" userId="S::jus2yw@virginia.edu::a29e2e50-68d1-40e8-944f-6fa041707bee" providerId="AD" clId="Web-{8BB80F87-2007-2AA5-4C22-CFE3BFE60DCD}"/>
    <pc:docChg chg="modSld">
      <pc:chgData name="Sheikhzada, Ahmad (jus2yw)" userId="S::jus2yw@virginia.edu::a29e2e50-68d1-40e8-944f-6fa041707bee" providerId="AD" clId="Web-{8BB80F87-2007-2AA5-4C22-CFE3BFE60DCD}" dt="2025-01-16T14:25:41.024" v="354" actId="20577"/>
      <pc:docMkLst>
        <pc:docMk/>
      </pc:docMkLst>
      <pc:sldChg chg="modSp modCm">
        <pc:chgData name="Sheikhzada, Ahmad (jus2yw)" userId="S::jus2yw@virginia.edu::a29e2e50-68d1-40e8-944f-6fa041707bee" providerId="AD" clId="Web-{8BB80F87-2007-2AA5-4C22-CFE3BFE60DCD}" dt="2025-01-16T13:51:41.671" v="20" actId="20577"/>
        <pc:sldMkLst>
          <pc:docMk/>
          <pc:sldMk cId="3155551211" sldId="633"/>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8BB80F87-2007-2AA5-4C22-CFE3BFE60DCD}" dt="2025-01-16T13:51:25.265" v="19" actId="20577"/>
              <pc2:cmMkLst xmlns:pc2="http://schemas.microsoft.com/office/powerpoint/2019/9/main/command">
                <pc:docMk/>
                <pc:sldMk cId="3155551211" sldId="633"/>
                <pc2:cmMk id="{6E662653-180D-47F0-B48A-87D526C0D01E}"/>
              </pc2:cmMkLst>
            </pc226:cmChg>
          </p:ext>
        </pc:extLst>
      </pc:sldChg>
      <pc:sldChg chg="modSp modCm">
        <pc:chgData name="Sheikhzada, Ahmad (jus2yw)" userId="S::jus2yw@virginia.edu::a29e2e50-68d1-40e8-944f-6fa041707bee" providerId="AD" clId="Web-{8BB80F87-2007-2AA5-4C22-CFE3BFE60DCD}" dt="2025-01-16T13:52:22.828" v="29" actId="20577"/>
        <pc:sldMkLst>
          <pc:docMk/>
          <pc:sldMk cId="3071774583" sldId="635"/>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8BB80F87-2007-2AA5-4C22-CFE3BFE60DCD}" dt="2025-01-16T13:52:15.312" v="28" actId="20577"/>
              <pc2:cmMkLst xmlns:pc2="http://schemas.microsoft.com/office/powerpoint/2019/9/main/command">
                <pc:docMk/>
                <pc:sldMk cId="3071774583" sldId="635"/>
                <pc2:cmMk id="{67689510-31CB-440B-ABF4-6B0AAD35E263}"/>
              </pc2:cmMkLst>
            </pc226:cmChg>
          </p:ext>
        </pc:extLst>
      </pc:sldChg>
      <pc:sldChg chg="modSp modCm">
        <pc:chgData name="Sheikhzada, Ahmad (jus2yw)" userId="S::jus2yw@virginia.edu::a29e2e50-68d1-40e8-944f-6fa041707bee" providerId="AD" clId="Web-{8BB80F87-2007-2AA5-4C22-CFE3BFE60DCD}" dt="2025-01-16T14:25:41.024" v="354" actId="20577"/>
        <pc:sldMkLst>
          <pc:docMk/>
          <pc:sldMk cId="47141009" sldId="636"/>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8BB80F87-2007-2AA5-4C22-CFE3BFE60DCD}" dt="2025-01-16T14:20:21.382" v="257" actId="20577"/>
              <pc2:cmMkLst xmlns:pc2="http://schemas.microsoft.com/office/powerpoint/2019/9/main/command">
                <pc:docMk/>
                <pc:sldMk cId="47141009" sldId="636"/>
                <pc2:cmMk id="{2066574E-A9C6-48A9-BC5A-2B790B4D2FDA}"/>
              </pc2:cmMkLst>
            </pc226:cmChg>
          </p:ext>
        </pc:extLst>
      </pc:sldChg>
      <pc:sldChg chg="modSp modCm">
        <pc:chgData name="Sheikhzada, Ahmad (jus2yw)" userId="S::jus2yw@virginia.edu::a29e2e50-68d1-40e8-944f-6fa041707bee" providerId="AD" clId="Web-{8BB80F87-2007-2AA5-4C22-CFE3BFE60DCD}" dt="2025-01-16T13:59:01.908" v="89" actId="20577"/>
        <pc:sldMkLst>
          <pc:docMk/>
          <pc:sldMk cId="1570450503" sldId="643"/>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8BB80F87-2007-2AA5-4C22-CFE3BFE60DCD}" dt="2025-01-16T13:55:20.094" v="43" actId="20577"/>
              <pc2:cmMkLst xmlns:pc2="http://schemas.microsoft.com/office/powerpoint/2019/9/main/command">
                <pc:docMk/>
                <pc:sldMk cId="1570450503" sldId="643"/>
                <pc2:cmMk id="{BC860939-3955-4B15-9C5D-B06E05008F00}"/>
              </pc2:cmMkLst>
            </pc226:cmChg>
            <pc226:cmChg xmlns:pc226="http://schemas.microsoft.com/office/powerpoint/2022/06/main/command" chg="mod">
              <pc226:chgData name="Sheikhzada, Ahmad (jus2yw)" userId="S::jus2yw@virginia.edu::a29e2e50-68d1-40e8-944f-6fa041707bee" providerId="AD" clId="Web-{8BB80F87-2007-2AA5-4C22-CFE3BFE60DCD}" dt="2025-01-16T13:58:30.954" v="88" actId="20577"/>
              <pc2:cmMkLst xmlns:pc2="http://schemas.microsoft.com/office/powerpoint/2019/9/main/command">
                <pc:docMk/>
                <pc:sldMk cId="1570450503" sldId="643"/>
                <pc2:cmMk id="{3B6B94F3-C851-4B92-A4E9-A8D4829F3A13}"/>
              </pc2:cmMkLst>
            </pc226:cmChg>
          </p:ext>
        </pc:extLst>
      </pc:sldChg>
    </pc:docChg>
  </pc:docChgLst>
  <pc:docChgLst>
    <pc:chgData name="Orndorff, Paul B. (egg3xa)" userId="S::egg3xa@virginia.edu::bb260ba0-3f95-4dd5-bf82-f4952a983c80" providerId="AD" clId="Web-{1A328A77-2E55-B644-CEB8-0746A53310F2}"/>
    <pc:docChg chg="mod modSld sldOrd">
      <pc:chgData name="Orndorff, Paul B. (egg3xa)" userId="S::egg3xa@virginia.edu::bb260ba0-3f95-4dd5-bf82-f4952a983c80" providerId="AD" clId="Web-{1A328A77-2E55-B644-CEB8-0746A53310F2}" dt="2025-01-07T17:26:45.339" v="550" actId="20577"/>
      <pc:docMkLst>
        <pc:docMk/>
      </pc:docMkLst>
      <pc:sldChg chg="modSp">
        <pc:chgData name="Orndorff, Paul B. (egg3xa)" userId="S::egg3xa@virginia.edu::bb260ba0-3f95-4dd5-bf82-f4952a983c80" providerId="AD" clId="Web-{1A328A77-2E55-B644-CEB8-0746A53310F2}" dt="2025-01-07T17:26:31.761" v="546" actId="20577"/>
        <pc:sldMkLst>
          <pc:docMk/>
          <pc:sldMk cId="1865748381" sldId="258"/>
        </pc:sldMkLst>
      </pc:sldChg>
      <pc:sldChg chg="modSp">
        <pc:chgData name="Orndorff, Paul B. (egg3xa)" userId="S::egg3xa@virginia.edu::bb260ba0-3f95-4dd5-bf82-f4952a983c80" providerId="AD" clId="Web-{1A328A77-2E55-B644-CEB8-0746A53310F2}" dt="2025-01-07T14:05:02.077" v="8" actId="20577"/>
        <pc:sldMkLst>
          <pc:docMk/>
          <pc:sldMk cId="3922138227" sldId="259"/>
        </pc:sldMkLst>
      </pc:sldChg>
      <pc:sldChg chg="modSp">
        <pc:chgData name="Orndorff, Paul B. (egg3xa)" userId="S::egg3xa@virginia.edu::bb260ba0-3f95-4dd5-bf82-f4952a983c80" providerId="AD" clId="Web-{1A328A77-2E55-B644-CEB8-0746A53310F2}" dt="2025-01-07T17:26:45.339" v="550" actId="20577"/>
        <pc:sldMkLst>
          <pc:docMk/>
          <pc:sldMk cId="523869036" sldId="261"/>
        </pc:sldMkLst>
      </pc:sldChg>
      <pc:sldChg chg="modSp">
        <pc:chgData name="Orndorff, Paul B. (egg3xa)" userId="S::egg3xa@virginia.edu::bb260ba0-3f95-4dd5-bf82-f4952a983c80" providerId="AD" clId="Web-{1A328A77-2E55-B644-CEB8-0746A53310F2}" dt="2025-01-07T14:04:13.310" v="5" actId="20577"/>
        <pc:sldMkLst>
          <pc:docMk/>
          <pc:sldMk cId="180222208" sldId="262"/>
        </pc:sldMkLst>
      </pc:sldChg>
      <pc:sldChg chg="ord">
        <pc:chgData name="Orndorff, Paul B. (egg3xa)" userId="S::egg3xa@virginia.edu::bb260ba0-3f95-4dd5-bf82-f4952a983c80" providerId="AD" clId="Web-{1A328A77-2E55-B644-CEB8-0746A53310F2}" dt="2025-01-07T14:01:26.679" v="1"/>
        <pc:sldMkLst>
          <pc:docMk/>
          <pc:sldMk cId="2373969971" sldId="263"/>
        </pc:sldMkLst>
      </pc:sldChg>
      <pc:sldChg chg="modSp">
        <pc:chgData name="Orndorff, Paul B. (egg3xa)" userId="S::egg3xa@virginia.edu::bb260ba0-3f95-4dd5-bf82-f4952a983c80" providerId="AD" clId="Web-{1A328A77-2E55-B644-CEB8-0746A53310F2}" dt="2025-01-07T14:12:49.407" v="66" actId="20577"/>
        <pc:sldMkLst>
          <pc:docMk/>
          <pc:sldMk cId="2137951751" sldId="265"/>
        </pc:sldMkLst>
      </pc:sldChg>
      <pc:sldChg chg="addSp delSp modSp">
        <pc:chgData name="Orndorff, Paul B. (egg3xa)" userId="S::egg3xa@virginia.edu::bb260ba0-3f95-4dd5-bf82-f4952a983c80" providerId="AD" clId="Web-{1A328A77-2E55-B644-CEB8-0746A53310F2}" dt="2025-01-07T14:54:04.607" v="538" actId="20577"/>
        <pc:sldMkLst>
          <pc:docMk/>
          <pc:sldMk cId="2015703695" sldId="266"/>
        </pc:sldMkLst>
      </pc:sldChg>
      <pc:sldChg chg="modSp">
        <pc:chgData name="Orndorff, Paul B. (egg3xa)" userId="S::egg3xa@virginia.edu::bb260ba0-3f95-4dd5-bf82-f4952a983c80" providerId="AD" clId="Web-{1A328A77-2E55-B644-CEB8-0746A53310F2}" dt="2025-01-07T14:30:19.133" v="115" actId="20577"/>
        <pc:sldMkLst>
          <pc:docMk/>
          <pc:sldMk cId="1077093910" sldId="268"/>
        </pc:sldMkLst>
      </pc:sldChg>
      <pc:sldChg chg="modSp">
        <pc:chgData name="Orndorff, Paul B. (egg3xa)" userId="S::egg3xa@virginia.edu::bb260ba0-3f95-4dd5-bf82-f4952a983c80" providerId="AD" clId="Web-{1A328A77-2E55-B644-CEB8-0746A53310F2}" dt="2025-01-07T17:25:49.478" v="540" actId="20577"/>
        <pc:sldMkLst>
          <pc:docMk/>
          <pc:sldMk cId="2666753652" sldId="269"/>
        </pc:sldMkLst>
      </pc:sldChg>
      <pc:sldChg chg="modSp">
        <pc:chgData name="Orndorff, Paul B. (egg3xa)" userId="S::egg3xa@virginia.edu::bb260ba0-3f95-4dd5-bf82-f4952a983c80" providerId="AD" clId="Web-{1A328A77-2E55-B644-CEB8-0746A53310F2}" dt="2025-01-07T14:21:05.503" v="106" actId="20577"/>
        <pc:sldMkLst>
          <pc:docMk/>
          <pc:sldMk cId="1392927502" sldId="270"/>
        </pc:sldMkLst>
      </pc:sldChg>
      <pc:sldChg chg="modSp">
        <pc:chgData name="Orndorff, Paul B. (egg3xa)" userId="S::egg3xa@virginia.edu::bb260ba0-3f95-4dd5-bf82-f4952a983c80" providerId="AD" clId="Web-{1A328A77-2E55-B644-CEB8-0746A53310F2}" dt="2025-01-07T14:17:46.011" v="85" actId="20577"/>
        <pc:sldMkLst>
          <pc:docMk/>
          <pc:sldMk cId="13018589" sldId="271"/>
        </pc:sldMkLst>
      </pc:sldChg>
      <pc:sldChg chg="modSp">
        <pc:chgData name="Orndorff, Paul B. (egg3xa)" userId="S::egg3xa@virginia.edu::bb260ba0-3f95-4dd5-bf82-f4952a983c80" providerId="AD" clId="Web-{1A328A77-2E55-B644-CEB8-0746A53310F2}" dt="2025-01-07T14:32:02.449" v="128" actId="20577"/>
        <pc:sldMkLst>
          <pc:docMk/>
          <pc:sldMk cId="3043029110" sldId="276"/>
        </pc:sldMkLst>
      </pc:sldChg>
      <pc:sldChg chg="modSp">
        <pc:chgData name="Orndorff, Paul B. (egg3xa)" userId="S::egg3xa@virginia.edu::bb260ba0-3f95-4dd5-bf82-f4952a983c80" providerId="AD" clId="Web-{1A328A77-2E55-B644-CEB8-0746A53310F2}" dt="2025-01-07T17:25:54.853" v="542" actId="20577"/>
        <pc:sldMkLst>
          <pc:docMk/>
          <pc:sldMk cId="336769332" sldId="277"/>
        </pc:sldMkLst>
      </pc:sldChg>
    </pc:docChg>
  </pc:docChgLst>
  <pc:docChgLst>
    <pc:chgData name="Sheikhzada, Ahmad (jus2yw)" userId="S::jus2yw@virginia.edu::a29e2e50-68d1-40e8-944f-6fa041707bee" providerId="AD" clId="Web-{DDEAE6F9-22ED-0EF0-BC0A-DB91DB4ECCF4}"/>
    <pc:docChg chg="addSld delSld modSld sldOrd modSection">
      <pc:chgData name="Sheikhzada, Ahmad (jus2yw)" userId="S::jus2yw@virginia.edu::a29e2e50-68d1-40e8-944f-6fa041707bee" providerId="AD" clId="Web-{DDEAE6F9-22ED-0EF0-BC0A-DB91DB4ECCF4}" dt="2025-01-15T14:24:49.322" v="27" actId="20577"/>
      <pc:docMkLst>
        <pc:docMk/>
      </pc:docMkLst>
      <pc:sldChg chg="modSp">
        <pc:chgData name="Sheikhzada, Ahmad (jus2yw)" userId="S::jus2yw@virginia.edu::a29e2e50-68d1-40e8-944f-6fa041707bee" providerId="AD" clId="Web-{DDEAE6F9-22ED-0EF0-BC0A-DB91DB4ECCF4}" dt="2025-01-15T14:24:49.322" v="27" actId="20577"/>
        <pc:sldMkLst>
          <pc:docMk/>
          <pc:sldMk cId="1168544690" sldId="657"/>
        </pc:sldMkLst>
      </pc:sldChg>
      <pc:sldChg chg="del">
        <pc:chgData name="Sheikhzada, Ahmad (jus2yw)" userId="S::jus2yw@virginia.edu::a29e2e50-68d1-40e8-944f-6fa041707bee" providerId="AD" clId="Web-{DDEAE6F9-22ED-0EF0-BC0A-DB91DB4ECCF4}" dt="2025-01-15T14:20:26.211" v="3"/>
        <pc:sldMkLst>
          <pc:docMk/>
          <pc:sldMk cId="2231320461" sldId="666"/>
        </pc:sldMkLst>
      </pc:sldChg>
      <pc:sldChg chg="modSp">
        <pc:chgData name="Sheikhzada, Ahmad (jus2yw)" userId="S::jus2yw@virginia.edu::a29e2e50-68d1-40e8-944f-6fa041707bee" providerId="AD" clId="Web-{DDEAE6F9-22ED-0EF0-BC0A-DB91DB4ECCF4}" dt="2025-01-15T14:23:19.384" v="8" actId="1076"/>
        <pc:sldMkLst>
          <pc:docMk/>
          <pc:sldMk cId="2863435505" sldId="667"/>
        </pc:sldMkLst>
      </pc:sldChg>
      <pc:sldChg chg="modSp">
        <pc:chgData name="Sheikhzada, Ahmad (jus2yw)" userId="S::jus2yw@virginia.edu::a29e2e50-68d1-40e8-944f-6fa041707bee" providerId="AD" clId="Web-{DDEAE6F9-22ED-0EF0-BC0A-DB91DB4ECCF4}" dt="2025-01-15T14:20:42.773" v="4" actId="20577"/>
        <pc:sldMkLst>
          <pc:docMk/>
          <pc:sldMk cId="747632804" sldId="733"/>
        </pc:sldMkLst>
      </pc:sldChg>
      <pc:sldChg chg="add del ord replId">
        <pc:chgData name="Sheikhzada, Ahmad (jus2yw)" userId="S::jus2yw@virginia.edu::a29e2e50-68d1-40e8-944f-6fa041707bee" providerId="AD" clId="Web-{DDEAE6F9-22ED-0EF0-BC0A-DB91DB4ECCF4}" dt="2025-01-15T14:22:04.227" v="7"/>
        <pc:sldMkLst>
          <pc:docMk/>
          <pc:sldMk cId="150625333" sldId="734"/>
        </pc:sldMkLst>
      </pc:sldChg>
    </pc:docChg>
  </pc:docChgLst>
  <pc:docChgLst>
    <pc:chgData name="Orndorff, Paul B. (egg3xa)" userId="S::egg3xa@virginia.edu::bb260ba0-3f95-4dd5-bf82-f4952a983c80" providerId="AD" clId="Web-{B69D53D3-865E-4A7F-FBFA-C92EA283389E}"/>
    <pc:docChg chg="modSld">
      <pc:chgData name="Orndorff, Paul B. (egg3xa)" userId="S::egg3xa@virginia.edu::bb260ba0-3f95-4dd5-bf82-f4952a983c80" providerId="AD" clId="Web-{B69D53D3-865E-4A7F-FBFA-C92EA283389E}" dt="2025-08-20T15:52:52.942" v="245" actId="20577"/>
      <pc:docMkLst>
        <pc:docMk/>
      </pc:docMkLst>
      <pc:sldChg chg="modSp">
        <pc:chgData name="Orndorff, Paul B. (egg3xa)" userId="S::egg3xa@virginia.edu::bb260ba0-3f95-4dd5-bf82-f4952a983c80" providerId="AD" clId="Web-{B69D53D3-865E-4A7F-FBFA-C92EA283389E}" dt="2025-08-20T15:52:52.942" v="245" actId="20577"/>
        <pc:sldMkLst>
          <pc:docMk/>
          <pc:sldMk cId="1783429098" sldId="651"/>
        </pc:sldMkLst>
        <pc:spChg chg="mod">
          <ac:chgData name="Orndorff, Paul B. (egg3xa)" userId="S::egg3xa@virginia.edu::bb260ba0-3f95-4dd5-bf82-f4952a983c80" providerId="AD" clId="Web-{B69D53D3-865E-4A7F-FBFA-C92EA283389E}" dt="2025-08-20T15:52:52.942" v="245" actId="20577"/>
          <ac:spMkLst>
            <pc:docMk/>
            <pc:sldMk cId="1783429098" sldId="651"/>
            <ac:spMk id="3" creationId="{00000000-0000-0000-0000-000000000000}"/>
          </ac:spMkLst>
        </pc:spChg>
      </pc:sldChg>
      <pc:sldChg chg="modSp modCm">
        <pc:chgData name="Orndorff, Paul B. (egg3xa)" userId="S::egg3xa@virginia.edu::bb260ba0-3f95-4dd5-bf82-f4952a983c80" providerId="AD" clId="Web-{B69D53D3-865E-4A7F-FBFA-C92EA283389E}" dt="2025-08-20T15:50:08.711" v="212" actId="20577"/>
        <pc:sldMkLst>
          <pc:docMk/>
          <pc:sldMk cId="2581333212" sldId="745"/>
        </pc:sldMkLst>
        <pc:spChg chg="mod">
          <ac:chgData name="Orndorff, Paul B. (egg3xa)" userId="S::egg3xa@virginia.edu::bb260ba0-3f95-4dd5-bf82-f4952a983c80" providerId="AD" clId="Web-{B69D53D3-865E-4A7F-FBFA-C92EA283389E}" dt="2025-08-20T15:50:08.711" v="212" actId="20577"/>
          <ac:spMkLst>
            <pc:docMk/>
            <pc:sldMk cId="2581333212" sldId="745"/>
            <ac:spMk id="3" creationId="{5572C2D7-88E3-1D03-7819-12E944FCBBFD}"/>
          </ac:spMkLst>
        </pc:spChg>
        <pc:extLst>
          <p:ext xmlns:p="http://schemas.openxmlformats.org/presentationml/2006/main" uri="{D6D511B9-2390-475A-947B-AFAB55BFBCF1}">
            <pc226:cmChg xmlns:pc226="http://schemas.microsoft.com/office/powerpoint/2022/06/main/command" chg="mod">
              <pc226:chgData name="Orndorff, Paul B. (egg3xa)" userId="S::egg3xa@virginia.edu::bb260ba0-3f95-4dd5-bf82-f4952a983c80" providerId="AD" clId="Web-{B69D53D3-865E-4A7F-FBFA-C92EA283389E}" dt="2025-08-20T15:43:37.808" v="108" actId="20577"/>
              <pc2:cmMkLst xmlns:pc2="http://schemas.microsoft.com/office/powerpoint/2019/9/main/command">
                <pc:docMk/>
                <pc:sldMk cId="2581333212" sldId="745"/>
                <pc2:cmMk id="{BFA4D513-4F84-4A12-B286-E85C326DCA52}"/>
              </pc2:cmMkLst>
            </pc226:cmChg>
          </p:ext>
        </pc:extLst>
      </pc:sldChg>
    </pc:docChg>
  </pc:docChgLst>
  <pc:docChgLst>
    <pc:chgData name="Duy, Camden Michael (cmd7ag)" userId="S::cmd7ag@virginia.edu::556851f8-6ce2-4201-8ba2-103b104160fe" providerId="AD" clId="Web-{5B0F6833-FEAA-BDF8-D05C-FC88A1973C4B}"/>
    <pc:docChg chg="mod delSld modSection">
      <pc:chgData name="Duy, Camden Michael (cmd7ag)" userId="S::cmd7ag@virginia.edu::556851f8-6ce2-4201-8ba2-103b104160fe" providerId="AD" clId="Web-{5B0F6833-FEAA-BDF8-D05C-FC88A1973C4B}" dt="2025-01-07T15:40:01.067" v="1"/>
      <pc:docMkLst>
        <pc:docMk/>
      </pc:docMkLst>
      <pc:sldChg chg="del">
        <pc:chgData name="Duy, Camden Michael (cmd7ag)" userId="S::cmd7ag@virginia.edu::556851f8-6ce2-4201-8ba2-103b104160fe" providerId="AD" clId="Web-{5B0F6833-FEAA-BDF8-D05C-FC88A1973C4B}" dt="2025-01-07T15:26:26.535" v="0"/>
        <pc:sldMkLst>
          <pc:docMk/>
          <pc:sldMk cId="2147023113" sldId="277"/>
        </pc:sldMkLst>
      </pc:sldChg>
    </pc:docChg>
  </pc:docChgLst>
  <pc:docChgLst>
    <pc:chgData name="Sheikhzada, Ahmad (jus2yw)" userId="S::jus2yw@virginia.edu::a29e2e50-68d1-40e8-944f-6fa041707bee" providerId="AD" clId="Web-{C9AAB3FF-DF04-B818-D0EF-487553CAA4DE}"/>
    <pc:docChg chg="mod modSld">
      <pc:chgData name="Sheikhzada, Ahmad (jus2yw)" userId="S::jus2yw@virginia.edu::a29e2e50-68d1-40e8-944f-6fa041707bee" providerId="AD" clId="Web-{C9AAB3FF-DF04-B818-D0EF-487553CAA4DE}" dt="2025-01-09T04:52:07.903" v="195" actId="20577"/>
      <pc:docMkLst>
        <pc:docMk/>
      </pc:docMkLst>
      <pc:sldChg chg="modSp modCm">
        <pc:chgData name="Sheikhzada, Ahmad (jus2yw)" userId="S::jus2yw@virginia.edu::a29e2e50-68d1-40e8-944f-6fa041707bee" providerId="AD" clId="Web-{C9AAB3FF-DF04-B818-D0EF-487553CAA4DE}" dt="2025-01-09T04:52:07.903" v="195" actId="20577"/>
        <pc:sldMkLst>
          <pc:docMk/>
          <pc:sldMk cId="1837560011" sldId="257"/>
        </pc:sldMkLst>
        <pc:extLst>
          <p:ext xmlns:p="http://schemas.openxmlformats.org/presentationml/2006/main" uri="{D6D511B9-2390-475A-947B-AFAB55BFBCF1}">
            <pc226:cmChg xmlns:pc226="http://schemas.microsoft.com/office/powerpoint/2022/06/main/command" chg="mod">
              <pc226:chgData name="Sheikhzada, Ahmad (jus2yw)" userId="S::jus2yw@virginia.edu::a29e2e50-68d1-40e8-944f-6fa041707bee" providerId="AD" clId="Web-{C9AAB3FF-DF04-B818-D0EF-487553CAA4DE}" dt="2025-01-09T04:50:20.946" v="184" actId="20577"/>
              <pc2:cmMkLst xmlns:pc2="http://schemas.microsoft.com/office/powerpoint/2019/9/main/command">
                <pc:docMk/>
                <pc:sldMk cId="1837560011" sldId="257"/>
                <pc2:cmMk id="{FD979A33-C094-4C95-8933-E34DCCBE8906}"/>
              </pc2:cmMkLst>
            </pc226:cmChg>
            <pc226:cmChg xmlns:pc226="http://schemas.microsoft.com/office/powerpoint/2022/06/main/command" chg="mod">
              <pc226:chgData name="Sheikhzada, Ahmad (jus2yw)" userId="S::jus2yw@virginia.edu::a29e2e50-68d1-40e8-944f-6fa041707bee" providerId="AD" clId="Web-{C9AAB3FF-DF04-B818-D0EF-487553CAA4DE}" dt="2025-01-09T04:36:09.429" v="56" actId="20577"/>
              <pc2:cmMkLst xmlns:pc2="http://schemas.microsoft.com/office/powerpoint/2019/9/main/command">
                <pc:docMk/>
                <pc:sldMk cId="1837560011" sldId="257"/>
                <pc2:cmMk id="{F3FDB574-5F46-4B5B-A06B-5AC005DAFD7D}"/>
              </pc2:cmMkLst>
            </pc226:cmChg>
            <pc226:cmChg xmlns:pc226="http://schemas.microsoft.com/office/powerpoint/2022/06/main/command" chg="mod">
              <pc226:chgData name="Sheikhzada, Ahmad (jus2yw)" userId="S::jus2yw@virginia.edu::a29e2e50-68d1-40e8-944f-6fa041707bee" providerId="AD" clId="Web-{C9AAB3FF-DF04-B818-D0EF-487553CAA4DE}" dt="2025-01-09T04:36:09.429" v="56" actId="20577"/>
              <pc2:cmMkLst xmlns:pc2="http://schemas.microsoft.com/office/powerpoint/2019/9/main/command">
                <pc:docMk/>
                <pc:sldMk cId="1837560011" sldId="257"/>
                <pc2:cmMk id="{734748A8-E021-416C-A415-39D1CF5C50CC}"/>
              </pc2:cmMkLst>
            </pc226:cmChg>
          </p:ext>
        </pc:extLst>
      </pc:sldChg>
    </pc:docChg>
  </pc:docChgLst>
  <pc:docChgLst>
    <pc:chgData name="Sheikhzada, Ahmad (jus2yw)" userId="S::jus2yw@virginia.edu::a29e2e50-68d1-40e8-944f-6fa041707bee" providerId="AD" clId="Web-{F7756516-6F72-E3D5-FB0A-5D6842E1CEFE}"/>
    <pc:docChg chg="addSld delSld modSld sldOrd addMainMaster modMainMaster modSection">
      <pc:chgData name="Sheikhzada, Ahmad (jus2yw)" userId="S::jus2yw@virginia.edu::a29e2e50-68d1-40e8-944f-6fa041707bee" providerId="AD" clId="Web-{F7756516-6F72-E3D5-FB0A-5D6842E1CEFE}" dt="2025-01-10T18:52:59.563" v="191" actId="20577"/>
      <pc:docMkLst>
        <pc:docMk/>
      </pc:docMkLst>
      <pc:sldChg chg="del">
        <pc:chgData name="Sheikhzada, Ahmad (jus2yw)" userId="S::jus2yw@virginia.edu::a29e2e50-68d1-40e8-944f-6fa041707bee" providerId="AD" clId="Web-{F7756516-6F72-E3D5-FB0A-5D6842E1CEFE}" dt="2025-01-10T18:16:10.263" v="17"/>
        <pc:sldMkLst>
          <pc:docMk/>
          <pc:sldMk cId="109857222" sldId="256"/>
        </pc:sldMkLst>
      </pc:sldChg>
      <pc:sldChg chg="del">
        <pc:chgData name="Sheikhzada, Ahmad (jus2yw)" userId="S::jus2yw@virginia.edu::a29e2e50-68d1-40e8-944f-6fa041707bee" providerId="AD" clId="Web-{F7756516-6F72-E3D5-FB0A-5D6842E1CEFE}" dt="2025-01-10T18:20:32.421" v="33"/>
        <pc:sldMkLst>
          <pc:docMk/>
          <pc:sldMk cId="1837560011" sldId="257"/>
        </pc:sldMkLst>
      </pc:sldChg>
      <pc:sldChg chg="del">
        <pc:chgData name="Sheikhzada, Ahmad (jus2yw)" userId="S::jus2yw@virginia.edu::a29e2e50-68d1-40e8-944f-6fa041707bee" providerId="AD" clId="Web-{F7756516-6F72-E3D5-FB0A-5D6842E1CEFE}" dt="2025-01-10T18:32:39.812" v="75"/>
        <pc:sldMkLst>
          <pc:docMk/>
          <pc:sldMk cId="1865748381" sldId="258"/>
        </pc:sldMkLst>
      </pc:sldChg>
      <pc:sldChg chg="del">
        <pc:chgData name="Sheikhzada, Ahmad (jus2yw)" userId="S::jus2yw@virginia.edu::a29e2e50-68d1-40e8-944f-6fa041707bee" providerId="AD" clId="Web-{F7756516-6F72-E3D5-FB0A-5D6842E1CEFE}" dt="2025-01-10T18:21:32.503" v="39"/>
        <pc:sldMkLst>
          <pc:docMk/>
          <pc:sldMk cId="3922138227" sldId="259"/>
        </pc:sldMkLst>
      </pc:sldChg>
      <pc:sldChg chg="del">
        <pc:chgData name="Sheikhzada, Ahmad (jus2yw)" userId="S::jus2yw@virginia.edu::a29e2e50-68d1-40e8-944f-6fa041707bee" providerId="AD" clId="Web-{F7756516-6F72-E3D5-FB0A-5D6842E1CEFE}" dt="2025-01-10T18:35:00.821" v="79"/>
        <pc:sldMkLst>
          <pc:docMk/>
          <pc:sldMk cId="523869036" sldId="261"/>
        </pc:sldMkLst>
      </pc:sldChg>
      <pc:sldChg chg="del">
        <pc:chgData name="Sheikhzada, Ahmad (jus2yw)" userId="S::jus2yw@virginia.edu::a29e2e50-68d1-40e8-944f-6fa041707bee" providerId="AD" clId="Web-{F7756516-6F72-E3D5-FB0A-5D6842E1CEFE}" dt="2025-01-10T18:22:16.537" v="47"/>
        <pc:sldMkLst>
          <pc:docMk/>
          <pc:sldMk cId="2373969971" sldId="263"/>
        </pc:sldMkLst>
      </pc:sldChg>
      <pc:sldChg chg="del">
        <pc:chgData name="Sheikhzada, Ahmad (jus2yw)" userId="S::jus2yw@virginia.edu::a29e2e50-68d1-40e8-944f-6fa041707bee" providerId="AD" clId="Web-{F7756516-6F72-E3D5-FB0A-5D6842E1CEFE}" dt="2025-01-10T18:37:53.629" v="83"/>
        <pc:sldMkLst>
          <pc:docMk/>
          <pc:sldMk cId="2624736151" sldId="264"/>
        </pc:sldMkLst>
      </pc:sldChg>
      <pc:sldChg chg="del">
        <pc:chgData name="Sheikhzada, Ahmad (jus2yw)" userId="S::jus2yw@virginia.edu::a29e2e50-68d1-40e8-944f-6fa041707bee" providerId="AD" clId="Web-{F7756516-6F72-E3D5-FB0A-5D6842E1CEFE}" dt="2025-01-10T18:44:17.716" v="95"/>
        <pc:sldMkLst>
          <pc:docMk/>
          <pc:sldMk cId="2137951751" sldId="265"/>
        </pc:sldMkLst>
      </pc:sldChg>
      <pc:sldChg chg="del">
        <pc:chgData name="Sheikhzada, Ahmad (jus2yw)" userId="S::jus2yw@virginia.edu::a29e2e50-68d1-40e8-944f-6fa041707bee" providerId="AD" clId="Web-{F7756516-6F72-E3D5-FB0A-5D6842E1CEFE}" dt="2025-01-10T18:47:29.963" v="129"/>
        <pc:sldMkLst>
          <pc:docMk/>
          <pc:sldMk cId="2015703695" sldId="266"/>
        </pc:sldMkLst>
      </pc:sldChg>
      <pc:sldChg chg="del">
        <pc:chgData name="Sheikhzada, Ahmad (jus2yw)" userId="S::jus2yw@virginia.edu::a29e2e50-68d1-40e8-944f-6fa041707bee" providerId="AD" clId="Web-{F7756516-6F72-E3D5-FB0A-5D6842E1CEFE}" dt="2025-01-10T18:48:41.359" v="148"/>
        <pc:sldMkLst>
          <pc:docMk/>
          <pc:sldMk cId="2352181361" sldId="267"/>
        </pc:sldMkLst>
      </pc:sldChg>
      <pc:sldChg chg="del">
        <pc:chgData name="Sheikhzada, Ahmad (jus2yw)" userId="S::jus2yw@virginia.edu::a29e2e50-68d1-40e8-944f-6fa041707bee" providerId="AD" clId="Web-{F7756516-6F72-E3D5-FB0A-5D6842E1CEFE}" dt="2025-01-10T18:50:14.177" v="170"/>
        <pc:sldMkLst>
          <pc:docMk/>
          <pc:sldMk cId="1077093910" sldId="268"/>
        </pc:sldMkLst>
      </pc:sldChg>
      <pc:sldChg chg="del">
        <pc:chgData name="Sheikhzada, Ahmad (jus2yw)" userId="S::jus2yw@virginia.edu::a29e2e50-68d1-40e8-944f-6fa041707bee" providerId="AD" clId="Web-{F7756516-6F72-E3D5-FB0A-5D6842E1CEFE}" dt="2025-01-10T18:51:21.103" v="182"/>
        <pc:sldMkLst>
          <pc:docMk/>
          <pc:sldMk cId="2666753652" sldId="269"/>
        </pc:sldMkLst>
      </pc:sldChg>
      <pc:sldChg chg="del">
        <pc:chgData name="Sheikhzada, Ahmad (jus2yw)" userId="S::jus2yw@virginia.edu::a29e2e50-68d1-40e8-944f-6fa041707bee" providerId="AD" clId="Web-{F7756516-6F72-E3D5-FB0A-5D6842E1CEFE}" dt="2025-01-10T18:48:12.810" v="140"/>
        <pc:sldMkLst>
          <pc:docMk/>
          <pc:sldMk cId="1392927502" sldId="270"/>
        </pc:sldMkLst>
      </pc:sldChg>
      <pc:sldChg chg="del">
        <pc:chgData name="Sheikhzada, Ahmad (jus2yw)" userId="S::jus2yw@virginia.edu::a29e2e50-68d1-40e8-944f-6fa041707bee" providerId="AD" clId="Web-{F7756516-6F72-E3D5-FB0A-5D6842E1CEFE}" dt="2025-01-10T18:47:48.074" v="134"/>
        <pc:sldMkLst>
          <pc:docMk/>
          <pc:sldMk cId="13018589" sldId="271"/>
        </pc:sldMkLst>
      </pc:sldChg>
      <pc:sldChg chg="del">
        <pc:chgData name="Sheikhzada, Ahmad (jus2yw)" userId="S::jus2yw@virginia.edu::a29e2e50-68d1-40e8-944f-6fa041707bee" providerId="AD" clId="Web-{F7756516-6F72-E3D5-FB0A-5D6842E1CEFE}" dt="2025-01-10T18:45:55.223" v="108"/>
        <pc:sldMkLst>
          <pc:docMk/>
          <pc:sldMk cId="2990602583" sldId="272"/>
        </pc:sldMkLst>
      </pc:sldChg>
      <pc:sldChg chg="del">
        <pc:chgData name="Sheikhzada, Ahmad (jus2yw)" userId="S::jus2yw@virginia.edu::a29e2e50-68d1-40e8-944f-6fa041707bee" providerId="AD" clId="Web-{F7756516-6F72-E3D5-FB0A-5D6842E1CEFE}" dt="2025-01-10T18:45:09.282" v="102"/>
        <pc:sldMkLst>
          <pc:docMk/>
          <pc:sldMk cId="1122846151" sldId="273"/>
        </pc:sldMkLst>
      </pc:sldChg>
      <pc:sldChg chg="del">
        <pc:chgData name="Sheikhzada, Ahmad (jus2yw)" userId="S::jus2yw@virginia.edu::a29e2e50-68d1-40e8-944f-6fa041707bee" providerId="AD" clId="Web-{F7756516-6F72-E3D5-FB0A-5D6842E1CEFE}" dt="2025-01-10T18:48:59.297" v="153"/>
        <pc:sldMkLst>
          <pc:docMk/>
          <pc:sldMk cId="3851518040" sldId="275"/>
        </pc:sldMkLst>
      </pc:sldChg>
      <pc:sldChg chg="del">
        <pc:chgData name="Sheikhzada, Ahmad (jus2yw)" userId="S::jus2yw@virginia.edu::a29e2e50-68d1-40e8-944f-6fa041707bee" providerId="AD" clId="Web-{F7756516-6F72-E3D5-FB0A-5D6842E1CEFE}" dt="2025-01-10T18:50:47.898" v="176"/>
        <pc:sldMkLst>
          <pc:docMk/>
          <pc:sldMk cId="3043029110" sldId="276"/>
        </pc:sldMkLst>
      </pc:sldChg>
      <pc:sldChg chg="del">
        <pc:chgData name="Sheikhzada, Ahmad (jus2yw)" userId="S::jus2yw@virginia.edu::a29e2e50-68d1-40e8-944f-6fa041707bee" providerId="AD" clId="Web-{F7756516-6F72-E3D5-FB0A-5D6842E1CEFE}" dt="2025-01-10T18:51:41.698" v="187"/>
        <pc:sldMkLst>
          <pc:docMk/>
          <pc:sldMk cId="336769332" sldId="277"/>
        </pc:sldMkLst>
      </pc:sldChg>
      <pc:sldChg chg="modSp del">
        <pc:chgData name="Sheikhzada, Ahmad (jus2yw)" userId="S::jus2yw@virginia.edu::a29e2e50-68d1-40e8-944f-6fa041707bee" providerId="AD" clId="Web-{F7756516-6F72-E3D5-FB0A-5D6842E1CEFE}" dt="2025-01-10T18:30:03.302" v="62"/>
        <pc:sldMkLst>
          <pc:docMk/>
          <pc:sldMk cId="3303172620" sldId="278"/>
        </pc:sldMkLst>
      </pc:sldChg>
      <pc:sldChg chg="modSp add del ord">
        <pc:chgData name="Sheikhzada, Ahmad (jus2yw)" userId="S::jus2yw@virginia.edu::a29e2e50-68d1-40e8-944f-6fa041707bee" providerId="AD" clId="Web-{F7756516-6F72-E3D5-FB0A-5D6842E1CEFE}" dt="2025-01-10T18:14:57.556" v="16" actId="20577"/>
        <pc:sldMkLst>
          <pc:docMk/>
          <pc:sldMk cId="3028671643" sldId="566"/>
        </pc:sldMkLst>
      </pc:sldChg>
      <pc:sldChg chg="add del">
        <pc:chgData name="Sheikhzada, Ahmad (jus2yw)" userId="S::jus2yw@virginia.edu::a29e2e50-68d1-40e8-944f-6fa041707bee" providerId="AD" clId="Web-{F7756516-6F72-E3D5-FB0A-5D6842E1CEFE}" dt="2025-01-10T18:13:34.128" v="10"/>
        <pc:sldMkLst>
          <pc:docMk/>
          <pc:sldMk cId="336328596" sldId="632"/>
        </pc:sldMkLst>
      </pc:sldChg>
      <pc:sldChg chg="add del">
        <pc:chgData name="Sheikhzada, Ahmad (jus2yw)" userId="S::jus2yw@virginia.edu::a29e2e50-68d1-40e8-944f-6fa041707bee" providerId="AD" clId="Web-{F7756516-6F72-E3D5-FB0A-5D6842E1CEFE}" dt="2025-01-10T18:13:30.644" v="8"/>
        <pc:sldMkLst>
          <pc:docMk/>
          <pc:sldMk cId="3042880615" sldId="633"/>
        </pc:sldMkLst>
      </pc:sldChg>
      <pc:sldChg chg="delSp modSp add ord">
        <pc:chgData name="Sheikhzada, Ahmad (jus2yw)" userId="S::jus2yw@virginia.edu::a29e2e50-68d1-40e8-944f-6fa041707bee" providerId="AD" clId="Web-{F7756516-6F72-E3D5-FB0A-5D6842E1CEFE}" dt="2025-01-10T18:52:59.563" v="191" actId="20577"/>
        <pc:sldMkLst>
          <pc:docMk/>
          <pc:sldMk cId="3155551211" sldId="633"/>
        </pc:sldMkLst>
      </pc:sldChg>
      <pc:sldChg chg="add del ord replId">
        <pc:chgData name="Sheikhzada, Ahmad (jus2yw)" userId="S::jus2yw@virginia.edu::a29e2e50-68d1-40e8-944f-6fa041707bee" providerId="AD" clId="Web-{F7756516-6F72-E3D5-FB0A-5D6842E1CEFE}" dt="2025-01-10T18:20:42.312" v="34"/>
        <pc:sldMkLst>
          <pc:docMk/>
          <pc:sldMk cId="3308707147" sldId="634"/>
        </pc:sldMkLst>
      </pc:sldChg>
      <pc:sldChg chg="delSp modSp add replId">
        <pc:chgData name="Sheikhzada, Ahmad (jus2yw)" userId="S::jus2yw@virginia.edu::a29e2e50-68d1-40e8-944f-6fa041707bee" providerId="AD" clId="Web-{F7756516-6F72-E3D5-FB0A-5D6842E1CEFE}" dt="2025-01-10T18:21:29.940" v="38" actId="20577"/>
        <pc:sldMkLst>
          <pc:docMk/>
          <pc:sldMk cId="3071774583" sldId="635"/>
        </pc:sldMkLst>
      </pc:sldChg>
      <pc:sldChg chg="delSp modSp add replId">
        <pc:chgData name="Sheikhzada, Ahmad (jus2yw)" userId="S::jus2yw@virginia.edu::a29e2e50-68d1-40e8-944f-6fa041707bee" providerId="AD" clId="Web-{F7756516-6F72-E3D5-FB0A-5D6842E1CEFE}" dt="2025-01-10T18:22:14.771" v="46" actId="20577"/>
        <pc:sldMkLst>
          <pc:docMk/>
          <pc:sldMk cId="47141009" sldId="636"/>
        </pc:sldMkLst>
      </pc:sldChg>
      <pc:sldChg chg="modSp add ord replId">
        <pc:chgData name="Sheikhzada, Ahmad (jus2yw)" userId="S::jus2yw@virginia.edu::a29e2e50-68d1-40e8-944f-6fa041707bee" providerId="AD" clId="Web-{F7756516-6F72-E3D5-FB0A-5D6842E1CEFE}" dt="2025-01-10T18:44:15.841" v="94" actId="20577"/>
        <pc:sldMkLst>
          <pc:docMk/>
          <pc:sldMk cId="155018193" sldId="637"/>
        </pc:sldMkLst>
      </pc:sldChg>
      <pc:sldChg chg="add del replId">
        <pc:chgData name="Sheikhzada, Ahmad (jus2yw)" userId="S::jus2yw@virginia.edu::a29e2e50-68d1-40e8-944f-6fa041707bee" providerId="AD" clId="Web-{F7756516-6F72-E3D5-FB0A-5D6842E1CEFE}" dt="2025-01-10T18:38:11.068" v="84"/>
        <pc:sldMkLst>
          <pc:docMk/>
          <pc:sldMk cId="2741478452" sldId="638"/>
        </pc:sldMkLst>
      </pc:sldChg>
      <pc:sldChg chg="modSp add replId">
        <pc:chgData name="Sheikhzada, Ahmad (jus2yw)" userId="S::jus2yw@virginia.edu::a29e2e50-68d1-40e8-944f-6fa041707bee" providerId="AD" clId="Web-{F7756516-6F72-E3D5-FB0A-5D6842E1CEFE}" dt="2025-01-10T18:29:57.926" v="61" actId="20577"/>
        <pc:sldMkLst>
          <pc:docMk/>
          <pc:sldMk cId="2706401425" sldId="639"/>
        </pc:sldMkLst>
      </pc:sldChg>
      <pc:sldChg chg="modSp add ord replId">
        <pc:chgData name="Sheikhzada, Ahmad (jus2yw)" userId="S::jus2yw@virginia.edu::a29e2e50-68d1-40e8-944f-6fa041707bee" providerId="AD" clId="Web-{F7756516-6F72-E3D5-FB0A-5D6842E1CEFE}" dt="2025-01-10T18:32:37.171" v="74" actId="20577"/>
        <pc:sldMkLst>
          <pc:docMk/>
          <pc:sldMk cId="1251091028" sldId="640"/>
        </pc:sldMkLst>
      </pc:sldChg>
      <pc:sldChg chg="modSp add del replId">
        <pc:chgData name="Sheikhzada, Ahmad (jus2yw)" userId="S::jus2yw@virginia.edu::a29e2e50-68d1-40e8-944f-6fa041707bee" providerId="AD" clId="Web-{F7756516-6F72-E3D5-FB0A-5D6842E1CEFE}" dt="2025-01-10T18:30:50.570" v="65"/>
        <pc:sldMkLst>
          <pc:docMk/>
          <pc:sldMk cId="1478263632" sldId="641"/>
        </pc:sldMkLst>
      </pc:sldChg>
      <pc:sldChg chg="add ord replId">
        <pc:chgData name="Sheikhzada, Ahmad (jus2yw)" userId="S::jus2yw@virginia.edu::a29e2e50-68d1-40e8-944f-6fa041707bee" providerId="AD" clId="Web-{F7756516-6F72-E3D5-FB0A-5D6842E1CEFE}" dt="2025-01-10T18:51:44.589" v="188"/>
        <pc:sldMkLst>
          <pc:docMk/>
          <pc:sldMk cId="862257247" sldId="642"/>
        </pc:sldMkLst>
      </pc:sldChg>
      <pc:sldChg chg="modSp add replId">
        <pc:chgData name="Sheikhzada, Ahmad (jus2yw)" userId="S::jus2yw@virginia.edu::a29e2e50-68d1-40e8-944f-6fa041707bee" providerId="AD" clId="Web-{F7756516-6F72-E3D5-FB0A-5D6842E1CEFE}" dt="2025-01-10T18:34:56.274" v="78" actId="20577"/>
        <pc:sldMkLst>
          <pc:docMk/>
          <pc:sldMk cId="1570450503" sldId="643"/>
        </pc:sldMkLst>
      </pc:sldChg>
      <pc:sldChg chg="modSp add replId">
        <pc:chgData name="Sheikhzada, Ahmad (jus2yw)" userId="S::jus2yw@virginia.edu::a29e2e50-68d1-40e8-944f-6fa041707bee" providerId="AD" clId="Web-{F7756516-6F72-E3D5-FB0A-5D6842E1CEFE}" dt="2025-01-10T18:37:51.629" v="82" actId="20577"/>
        <pc:sldMkLst>
          <pc:docMk/>
          <pc:sldMk cId="1842833189" sldId="644"/>
        </pc:sldMkLst>
      </pc:sldChg>
      <pc:sldChg chg="modSp add replId">
        <pc:chgData name="Sheikhzada, Ahmad (jus2yw)" userId="S::jus2yw@virginia.edu::a29e2e50-68d1-40e8-944f-6fa041707bee" providerId="AD" clId="Web-{F7756516-6F72-E3D5-FB0A-5D6842E1CEFE}" dt="2025-01-10T18:51:19.916" v="181" actId="20577"/>
        <pc:sldMkLst>
          <pc:docMk/>
          <pc:sldMk cId="96683055" sldId="645"/>
        </pc:sldMkLst>
      </pc:sldChg>
      <pc:sldChg chg="addSp modSp add ord replId">
        <pc:chgData name="Sheikhzada, Ahmad (jus2yw)" userId="S::jus2yw@virginia.edu::a29e2e50-68d1-40e8-944f-6fa041707bee" providerId="AD" clId="Web-{F7756516-6F72-E3D5-FB0A-5D6842E1CEFE}" dt="2025-01-10T18:50:12.005" v="169" actId="1076"/>
        <pc:sldMkLst>
          <pc:docMk/>
          <pc:sldMk cId="4049842312" sldId="646"/>
        </pc:sldMkLst>
      </pc:sldChg>
      <pc:sldChg chg="addSp modSp add replId">
        <pc:chgData name="Sheikhzada, Ahmad (jus2yw)" userId="S::jus2yw@virginia.edu::a29e2e50-68d1-40e8-944f-6fa041707bee" providerId="AD" clId="Web-{F7756516-6F72-E3D5-FB0A-5D6842E1CEFE}" dt="2025-01-10T18:45:47.879" v="107"/>
        <pc:sldMkLst>
          <pc:docMk/>
          <pc:sldMk cId="1532817387" sldId="647"/>
        </pc:sldMkLst>
      </pc:sldChg>
      <pc:sldChg chg="addSp delSp modSp add replId">
        <pc:chgData name="Sheikhzada, Ahmad (jus2yw)" userId="S::jus2yw@virginia.edu::a29e2e50-68d1-40e8-944f-6fa041707bee" providerId="AD" clId="Web-{F7756516-6F72-E3D5-FB0A-5D6842E1CEFE}" dt="2025-01-10T18:45:02.469" v="101"/>
        <pc:sldMkLst>
          <pc:docMk/>
          <pc:sldMk cId="279195997" sldId="648"/>
        </pc:sldMkLst>
      </pc:sldChg>
      <pc:sldChg chg="add del replId">
        <pc:chgData name="Sheikhzada, Ahmad (jus2yw)" userId="S::jus2yw@virginia.edu::a29e2e50-68d1-40e8-944f-6fa041707bee" providerId="AD" clId="Web-{F7756516-6F72-E3D5-FB0A-5D6842E1CEFE}" dt="2025-01-10T18:51:53.433" v="189"/>
        <pc:sldMkLst>
          <pc:docMk/>
          <pc:sldMk cId="2624477972" sldId="649"/>
        </pc:sldMkLst>
      </pc:sldChg>
      <pc:sldChg chg="addSp modSp add ord replId">
        <pc:chgData name="Sheikhzada, Ahmad (jus2yw)" userId="S::jus2yw@virginia.edu::a29e2e50-68d1-40e8-944f-6fa041707bee" providerId="AD" clId="Web-{F7756516-6F72-E3D5-FB0A-5D6842E1CEFE}" dt="2025-01-10T18:47:27.244" v="128" actId="1076"/>
        <pc:sldMkLst>
          <pc:docMk/>
          <pc:sldMk cId="4259225808" sldId="650"/>
        </pc:sldMkLst>
      </pc:sldChg>
      <pc:sldChg chg="modSp add replId">
        <pc:chgData name="Sheikhzada, Ahmad (jus2yw)" userId="S::jus2yw@virginia.edu::a29e2e50-68d1-40e8-944f-6fa041707bee" providerId="AD" clId="Web-{F7756516-6F72-E3D5-FB0A-5D6842E1CEFE}" dt="2025-01-10T18:47:46.621" v="133" actId="20577"/>
        <pc:sldMkLst>
          <pc:docMk/>
          <pc:sldMk cId="1783429098" sldId="651"/>
        </pc:sldMkLst>
      </pc:sldChg>
      <pc:sldChg chg="modSp add replId">
        <pc:chgData name="Sheikhzada, Ahmad (jus2yw)" userId="S::jus2yw@virginia.edu::a29e2e50-68d1-40e8-944f-6fa041707bee" providerId="AD" clId="Web-{F7756516-6F72-E3D5-FB0A-5D6842E1CEFE}" dt="2025-01-10T18:48:09.356" v="139" actId="20577"/>
        <pc:sldMkLst>
          <pc:docMk/>
          <pc:sldMk cId="2556091822" sldId="652"/>
        </pc:sldMkLst>
      </pc:sldChg>
      <pc:sldChg chg="add del replId">
        <pc:chgData name="Sheikhzada, Ahmad (jus2yw)" userId="S::jus2yw@virginia.edu::a29e2e50-68d1-40e8-944f-6fa041707bee" providerId="AD" clId="Web-{F7756516-6F72-E3D5-FB0A-5D6842E1CEFE}" dt="2025-01-10T18:51:56.184" v="190"/>
        <pc:sldMkLst>
          <pc:docMk/>
          <pc:sldMk cId="576312654" sldId="653"/>
        </pc:sldMkLst>
      </pc:sldChg>
      <pc:sldChg chg="modSp add ord replId">
        <pc:chgData name="Sheikhzada, Ahmad (jus2yw)" userId="S::jus2yw@virginia.edu::a29e2e50-68d1-40e8-944f-6fa041707bee" providerId="AD" clId="Web-{F7756516-6F72-E3D5-FB0A-5D6842E1CEFE}" dt="2025-01-10T18:48:40.030" v="147" actId="20577"/>
        <pc:sldMkLst>
          <pc:docMk/>
          <pc:sldMk cId="3858141239" sldId="654"/>
        </pc:sldMkLst>
      </pc:sldChg>
      <pc:sldChg chg="modSp add replId">
        <pc:chgData name="Sheikhzada, Ahmad (jus2yw)" userId="S::jus2yw@virginia.edu::a29e2e50-68d1-40e8-944f-6fa041707bee" providerId="AD" clId="Web-{F7756516-6F72-E3D5-FB0A-5D6842E1CEFE}" dt="2025-01-10T18:48:58.156" v="152" actId="20577"/>
        <pc:sldMkLst>
          <pc:docMk/>
          <pc:sldMk cId="2291088688" sldId="655"/>
        </pc:sldMkLst>
      </pc:sldChg>
      <pc:sldChg chg="addSp modSp add replId">
        <pc:chgData name="Sheikhzada, Ahmad (jus2yw)" userId="S::jus2yw@virginia.edu::a29e2e50-68d1-40e8-944f-6fa041707bee" providerId="AD" clId="Web-{F7756516-6F72-E3D5-FB0A-5D6842E1CEFE}" dt="2025-01-10T18:50:45.210" v="175"/>
        <pc:sldMkLst>
          <pc:docMk/>
          <pc:sldMk cId="3710449337" sldId="656"/>
        </pc:sldMkLst>
      </pc:sldChg>
      <pc:sldChg chg="modSp add replId">
        <pc:chgData name="Sheikhzada, Ahmad (jus2yw)" userId="S::jus2yw@virginia.edu::a29e2e50-68d1-40e8-944f-6fa041707bee" providerId="AD" clId="Web-{F7756516-6F72-E3D5-FB0A-5D6842E1CEFE}" dt="2025-01-10T18:51:40.714" v="186" actId="20577"/>
        <pc:sldMkLst>
          <pc:docMk/>
          <pc:sldMk cId="1168544690" sldId="657"/>
        </pc:sldMkLst>
      </pc:sldChg>
      <pc:sldChg chg="add replId">
        <pc:chgData name="Sheikhzada, Ahmad (jus2yw)" userId="S::jus2yw@virginia.edu::a29e2e50-68d1-40e8-944f-6fa041707bee" providerId="AD" clId="Web-{F7756516-6F72-E3D5-FB0A-5D6842E1CEFE}" dt="2025-01-10T18:49:21.470" v="157"/>
        <pc:sldMkLst>
          <pc:docMk/>
          <pc:sldMk cId="3850015838" sldId="658"/>
        </pc:sldMkLst>
      </pc:sldChg>
      <pc:sldMasterChg chg="addSldLayout delSldLayout modSldLayout">
        <pc:chgData name="Sheikhzada, Ahmad (jus2yw)" userId="S::jus2yw@virginia.edu::a29e2e50-68d1-40e8-944f-6fa041707bee" providerId="AD" clId="Web-{F7756516-6F72-E3D5-FB0A-5D6842E1CEFE}" dt="2025-01-10T18:13:30.644" v="8"/>
        <pc:sldMasterMkLst>
          <pc:docMk/>
          <pc:sldMasterMk cId="2460954070" sldId="2147483660"/>
        </pc:sldMasterMkLst>
        <pc:sldLayoutChg chg="replId">
          <pc:chgData name="Sheikhzada, Ahmad (jus2yw)" userId="S::jus2yw@virginia.edu::a29e2e50-68d1-40e8-944f-6fa041707bee" providerId="AD" clId="Web-{F7756516-6F72-E3D5-FB0A-5D6842E1CEFE}" dt="2025-01-10T18:09:19.456" v="4"/>
          <pc:sldLayoutMkLst>
            <pc:docMk/>
            <pc:sldMasterMk cId="2460954070" sldId="2147483660"/>
            <pc:sldLayoutMk cId="1203092039" sldId="2147483736"/>
          </pc:sldLayoutMkLst>
        </pc:sldLayoutChg>
        <pc:sldLayoutChg chg="replId">
          <pc:chgData name="Sheikhzada, Ahmad (jus2yw)" userId="S::jus2yw@virginia.edu::a29e2e50-68d1-40e8-944f-6fa041707bee" providerId="AD" clId="Web-{F7756516-6F72-E3D5-FB0A-5D6842E1CEFE}" dt="2025-01-10T18:09:19.456" v="4"/>
          <pc:sldLayoutMkLst>
            <pc:docMk/>
            <pc:sldMasterMk cId="2460954070" sldId="2147483660"/>
            <pc:sldLayoutMk cId="3733172339" sldId="2147483737"/>
          </pc:sldLayoutMkLst>
        </pc:sldLayoutChg>
        <pc:sldLayoutChg chg="add del">
          <pc:chgData name="Sheikhzada, Ahmad (jus2yw)" userId="S::jus2yw@virginia.edu::a29e2e50-68d1-40e8-944f-6fa041707bee" providerId="AD" clId="Web-{F7756516-6F72-E3D5-FB0A-5D6842E1CEFE}" dt="2025-01-10T18:13:30.644" v="8"/>
          <pc:sldLayoutMkLst>
            <pc:docMk/>
            <pc:sldMasterMk cId="2460954070" sldId="2147483660"/>
            <pc:sldLayoutMk cId="3395269346" sldId="2147483738"/>
          </pc:sldLayoutMkLst>
        </pc:sldLayoutChg>
      </pc:sldMasterChg>
      <pc:sldMasterChg chg="add addSldLayout">
        <pc:chgData name="Sheikhzada, Ahmad (jus2yw)" userId="S::jus2yw@virginia.edu::a29e2e50-68d1-40e8-944f-6fa041707bee" providerId="AD" clId="Web-{F7756516-6F72-E3D5-FB0A-5D6842E1CEFE}" dt="2025-01-10T18:09:19.456" v="4"/>
        <pc:sldMasterMkLst>
          <pc:docMk/>
          <pc:sldMasterMk cId="325428574" sldId="2147483664"/>
        </pc:sldMasterMkLst>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1984677956" sldId="2147483665"/>
          </pc:sldLayoutMkLst>
        </pc:sldLayoutChg>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3691538465" sldId="2147483706"/>
          </pc:sldLayoutMkLst>
        </pc:sldLayoutChg>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3908125053" sldId="2147483707"/>
          </pc:sldLayoutMkLst>
        </pc:sldLayoutChg>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2455489894" sldId="2147483708"/>
          </pc:sldLayoutMkLst>
        </pc:sldLayoutChg>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691588644" sldId="2147483709"/>
          </pc:sldLayoutMkLst>
        </pc:sldLayoutChg>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1725842949" sldId="2147483733"/>
          </pc:sldLayoutMkLst>
        </pc:sldLayoutChg>
        <pc:sldLayoutChg chg="add">
          <pc:chgData name="Sheikhzada, Ahmad (jus2yw)" userId="S::jus2yw@virginia.edu::a29e2e50-68d1-40e8-944f-6fa041707bee" providerId="AD" clId="Web-{F7756516-6F72-E3D5-FB0A-5D6842E1CEFE}" dt="2025-01-10T18:09:19.456" v="4"/>
          <pc:sldLayoutMkLst>
            <pc:docMk/>
            <pc:sldMasterMk cId="325428574" sldId="2147483664"/>
            <pc:sldLayoutMk cId="4209805887" sldId="2147483735"/>
          </pc:sldLayoutMkLst>
        </pc:sldLayoutChg>
      </pc:sldMasterChg>
      <pc:sldMasterChg chg="add addSldLayout">
        <pc:chgData name="Sheikhzada, Ahmad (jus2yw)" userId="S::jus2yw@virginia.edu::a29e2e50-68d1-40e8-944f-6fa041707bee" providerId="AD" clId="Web-{F7756516-6F72-E3D5-FB0A-5D6842E1CEFE}" dt="2025-01-10T18:13:30.769" v="9"/>
        <pc:sldMasterMkLst>
          <pc:docMk/>
          <pc:sldMasterMk cId="328080386" sldId="2147483676"/>
        </pc:sldMasterMkLst>
        <pc:sldLayoutChg chg="add">
          <pc:chgData name="Sheikhzada, Ahmad (jus2yw)" userId="S::jus2yw@virginia.edu::a29e2e50-68d1-40e8-944f-6fa041707bee" providerId="AD" clId="Web-{F7756516-6F72-E3D5-FB0A-5D6842E1CEFE}" dt="2025-01-10T18:13:30.769" v="9"/>
          <pc:sldLayoutMkLst>
            <pc:docMk/>
            <pc:sldMasterMk cId="328080386" sldId="2147483676"/>
            <pc:sldLayoutMk cId="1456525653" sldId="2147483677"/>
          </pc:sldLayoutMkLst>
        </pc:sldLayoutChg>
        <pc:sldLayoutChg chg="add">
          <pc:chgData name="Sheikhzada, Ahmad (jus2yw)" userId="S::jus2yw@virginia.edu::a29e2e50-68d1-40e8-944f-6fa041707bee" providerId="AD" clId="Web-{F7756516-6F72-E3D5-FB0A-5D6842E1CEFE}" dt="2025-01-10T18:13:30.769" v="9"/>
          <pc:sldLayoutMkLst>
            <pc:docMk/>
            <pc:sldMasterMk cId="328080386" sldId="2147483676"/>
            <pc:sldLayoutMk cId="1883895084" sldId="2147483711"/>
          </pc:sldLayoutMkLst>
        </pc:sldLayoutChg>
        <pc:sldLayoutChg chg="add">
          <pc:chgData name="Sheikhzada, Ahmad (jus2yw)" userId="S::jus2yw@virginia.edu::a29e2e50-68d1-40e8-944f-6fa041707bee" providerId="AD" clId="Web-{F7756516-6F72-E3D5-FB0A-5D6842E1CEFE}" dt="2025-01-10T18:13:30.769" v="9"/>
          <pc:sldLayoutMkLst>
            <pc:docMk/>
            <pc:sldMasterMk cId="328080386" sldId="2147483676"/>
            <pc:sldLayoutMk cId="2680730467" sldId="2147483713"/>
          </pc:sldLayoutMkLst>
        </pc:sldLayoutChg>
        <pc:sldLayoutChg chg="add">
          <pc:chgData name="Sheikhzada, Ahmad (jus2yw)" userId="S::jus2yw@virginia.edu::a29e2e50-68d1-40e8-944f-6fa041707bee" providerId="AD" clId="Web-{F7756516-6F72-E3D5-FB0A-5D6842E1CEFE}" dt="2025-01-10T18:13:30.769" v="9"/>
          <pc:sldLayoutMkLst>
            <pc:docMk/>
            <pc:sldMasterMk cId="328080386" sldId="2147483676"/>
            <pc:sldLayoutMk cId="1725774991" sldId="2147483748"/>
          </pc:sldLayoutMkLst>
        </pc:sldLayoutChg>
        <pc:sldLayoutChg chg="add">
          <pc:chgData name="Sheikhzada, Ahmad (jus2yw)" userId="S::jus2yw@virginia.edu::a29e2e50-68d1-40e8-944f-6fa041707bee" providerId="AD" clId="Web-{F7756516-6F72-E3D5-FB0A-5D6842E1CEFE}" dt="2025-01-10T18:13:30.769" v="9"/>
          <pc:sldLayoutMkLst>
            <pc:docMk/>
            <pc:sldMasterMk cId="328080386" sldId="2147483676"/>
            <pc:sldLayoutMk cId="1560624479" sldId="2147483749"/>
          </pc:sldLayoutMkLst>
        </pc:sldLayoutChg>
      </pc:sldMasterChg>
    </pc:docChg>
  </pc:docChgLst>
  <pc:docChgLst>
    <pc:chgData name="Sheikhzada, Ahmad (jus2yw)" userId="S::jus2yw@virginia.edu::a29e2e50-68d1-40e8-944f-6fa041707bee" providerId="AD" clId="Web-{38D95D34-6D69-4FB8-C331-88530D681D87}"/>
    <pc:docChg chg="addSld modSld sldOrd modSection">
      <pc:chgData name="Sheikhzada, Ahmad (jus2yw)" userId="S::jus2yw@virginia.edu::a29e2e50-68d1-40e8-944f-6fa041707bee" providerId="AD" clId="Web-{38D95D34-6D69-4FB8-C331-88530D681D87}" dt="2025-01-09T16:26:26.093" v="118" actId="20577"/>
      <pc:docMkLst>
        <pc:docMk/>
      </pc:docMkLst>
      <pc:sldChg chg="modSp ord">
        <pc:chgData name="Sheikhzada, Ahmad (jus2yw)" userId="S::jus2yw@virginia.edu::a29e2e50-68d1-40e8-944f-6fa041707bee" providerId="AD" clId="Web-{38D95D34-6D69-4FB8-C331-88530D681D87}" dt="2025-01-09T16:17:37.433" v="98" actId="20577"/>
        <pc:sldMkLst>
          <pc:docMk/>
          <pc:sldMk cId="180222208" sldId="262"/>
        </pc:sldMkLst>
      </pc:sldChg>
      <pc:sldChg chg="modSp">
        <pc:chgData name="Sheikhzada, Ahmad (jus2yw)" userId="S::jus2yw@virginia.edu::a29e2e50-68d1-40e8-944f-6fa041707bee" providerId="AD" clId="Web-{38D95D34-6D69-4FB8-C331-88530D681D87}" dt="2025-01-09T16:26:26.093" v="118" actId="20577"/>
        <pc:sldMkLst>
          <pc:docMk/>
          <pc:sldMk cId="2373969971" sldId="263"/>
        </pc:sldMkLst>
      </pc:sldChg>
      <pc:sldChg chg="modSp new ord">
        <pc:chgData name="Sheikhzada, Ahmad (jus2yw)" userId="S::jus2yw@virginia.edu::a29e2e50-68d1-40e8-944f-6fa041707bee" providerId="AD" clId="Web-{38D95D34-6D69-4FB8-C331-88530D681D87}" dt="2025-01-09T16:16:06.099" v="83" actId="20577"/>
        <pc:sldMkLst>
          <pc:docMk/>
          <pc:sldMk cId="3303172620" sldId="278"/>
        </pc:sldMkLst>
      </pc:sldChg>
    </pc:docChg>
  </pc:docChgLst>
  <pc:docChgLst>
    <pc:chgData name="Duy, Camden Michael (cmd7ag)" userId="S::cmd7ag@virginia.edu::556851f8-6ce2-4201-8ba2-103b104160fe" providerId="AD" clId="Web-{B9A557F6-472C-A93D-6DC4-DE0C51163268}"/>
    <pc:docChg chg="delSld modSection">
      <pc:chgData name="Duy, Camden Michael (cmd7ag)" userId="S::cmd7ag@virginia.edu::556851f8-6ce2-4201-8ba2-103b104160fe" providerId="AD" clId="Web-{B9A557F6-472C-A93D-6DC4-DE0C51163268}" dt="2025-02-03T16:34:31.137" v="1"/>
      <pc:docMkLst>
        <pc:docMk/>
      </pc:docMkLst>
      <pc:sldChg chg="del">
        <pc:chgData name="Duy, Camden Michael (cmd7ag)" userId="S::cmd7ag@virginia.edu::556851f8-6ce2-4201-8ba2-103b104160fe" providerId="AD" clId="Web-{B9A557F6-472C-A93D-6DC4-DE0C51163268}" dt="2025-02-03T16:34:31.137" v="1"/>
        <pc:sldMkLst>
          <pc:docMk/>
          <pc:sldMk cId="862257247" sldId="642"/>
        </pc:sldMkLst>
      </pc:sldChg>
      <pc:sldChg chg="del">
        <pc:chgData name="Duy, Camden Michael (cmd7ag)" userId="S::cmd7ag@virginia.edu::556851f8-6ce2-4201-8ba2-103b104160fe" providerId="AD" clId="Web-{B9A557F6-472C-A93D-6DC4-DE0C51163268}" dt="2025-02-03T16:34:29.840" v="0"/>
        <pc:sldMkLst>
          <pc:docMk/>
          <pc:sldMk cId="3850015838" sldId="658"/>
        </pc:sldMkLst>
      </pc:sldChg>
    </pc:docChg>
  </pc:docChgLst>
  <pc:docChgLst>
    <pc:chgData name="Orndorff, Paul B. (egg3xa)" userId="S::egg3xa@virginia.edu::bb260ba0-3f95-4dd5-bf82-f4952a983c80" providerId="AD" clId="Web-{36720257-A888-08B7-9AD6-26D972E6EA98}"/>
    <pc:docChg chg="addSld modSld modSection">
      <pc:chgData name="Orndorff, Paul B. (egg3xa)" userId="S::egg3xa@virginia.edu::bb260ba0-3f95-4dd5-bf82-f4952a983c80" providerId="AD" clId="Web-{36720257-A888-08B7-9AD6-26D972E6EA98}" dt="2025-01-06T20:10:41.861" v="1602" actId="20577"/>
      <pc:docMkLst>
        <pc:docMk/>
      </pc:docMkLst>
      <pc:sldChg chg="modSp">
        <pc:chgData name="Orndorff, Paul B. (egg3xa)" userId="S::egg3xa@virginia.edu::bb260ba0-3f95-4dd5-bf82-f4952a983c80" providerId="AD" clId="Web-{36720257-A888-08B7-9AD6-26D972E6EA98}" dt="2025-01-06T20:03:33.511" v="1010" actId="20577"/>
        <pc:sldMkLst>
          <pc:docMk/>
          <pc:sldMk cId="109857222" sldId="256"/>
        </pc:sldMkLst>
      </pc:sldChg>
      <pc:sldChg chg="modSp">
        <pc:chgData name="Orndorff, Paul B. (egg3xa)" userId="S::egg3xa@virginia.edu::bb260ba0-3f95-4dd5-bf82-f4952a983c80" providerId="AD" clId="Web-{36720257-A888-08B7-9AD6-26D972E6EA98}" dt="2025-01-06T19:41:35.707" v="158" actId="1076"/>
        <pc:sldMkLst>
          <pc:docMk/>
          <pc:sldMk cId="2015703695" sldId="266"/>
        </pc:sldMkLst>
      </pc:sldChg>
      <pc:sldChg chg="addSp delSp modSp">
        <pc:chgData name="Orndorff, Paul B. (egg3xa)" userId="S::egg3xa@virginia.edu::bb260ba0-3f95-4dd5-bf82-f4952a983c80" providerId="AD" clId="Web-{36720257-A888-08B7-9AD6-26D972E6EA98}" dt="2025-01-06T20:05:09.251" v="1038" actId="20577"/>
        <pc:sldMkLst>
          <pc:docMk/>
          <pc:sldMk cId="1077093910" sldId="268"/>
        </pc:sldMkLst>
      </pc:sldChg>
      <pc:sldChg chg="modSp">
        <pc:chgData name="Orndorff, Paul B. (egg3xa)" userId="S::egg3xa@virginia.edu::bb260ba0-3f95-4dd5-bf82-f4952a983c80" providerId="AD" clId="Web-{36720257-A888-08B7-9AD6-26D972E6EA98}" dt="2025-01-06T19:48:15.167" v="459" actId="20577"/>
        <pc:sldMkLst>
          <pc:docMk/>
          <pc:sldMk cId="1392927502" sldId="270"/>
        </pc:sldMkLst>
      </pc:sldChg>
      <pc:sldChg chg="modSp">
        <pc:chgData name="Orndorff, Paul B. (egg3xa)" userId="S::egg3xa@virginia.edu::bb260ba0-3f95-4dd5-bf82-f4952a983c80" providerId="AD" clId="Web-{36720257-A888-08B7-9AD6-26D972E6EA98}" dt="2025-01-06T19:42:01.067" v="165" actId="20577"/>
        <pc:sldMkLst>
          <pc:docMk/>
          <pc:sldMk cId="13018589" sldId="271"/>
        </pc:sldMkLst>
      </pc:sldChg>
      <pc:sldChg chg="addSp modSp new">
        <pc:chgData name="Orndorff, Paul B. (egg3xa)" userId="S::egg3xa@virginia.edu::bb260ba0-3f95-4dd5-bf82-f4952a983c80" providerId="AD" clId="Web-{36720257-A888-08B7-9AD6-26D972E6EA98}" dt="2025-01-06T20:10:41.861" v="1602" actId="20577"/>
        <pc:sldMkLst>
          <pc:docMk/>
          <pc:sldMk cId="3043029110" sldId="276"/>
        </pc:sldMkLst>
      </pc:sldChg>
    </pc:docChg>
  </pc:docChgLst>
  <pc:docChgLst>
    <pc:chgData name="Sheikhzada, Ahmad (jus2yw)" userId="S::jus2yw@virginia.edu::a29e2e50-68d1-40e8-944f-6fa041707bee" providerId="AD" clId="Web-{B68B6FC3-EC8C-2300-F8B9-0F634E2B5002}"/>
    <pc:docChg chg="delSld modSld modSection">
      <pc:chgData name="Sheikhzada, Ahmad (jus2yw)" userId="S::jus2yw@virginia.edu::a29e2e50-68d1-40e8-944f-6fa041707bee" providerId="AD" clId="Web-{B68B6FC3-EC8C-2300-F8B9-0F634E2B5002}" dt="2025-01-14T18:56:15.808" v="79" actId="20577"/>
      <pc:docMkLst>
        <pc:docMk/>
      </pc:docMkLst>
      <pc:sldChg chg="del">
        <pc:chgData name="Sheikhzada, Ahmad (jus2yw)" userId="S::jus2yw@virginia.edu::a29e2e50-68d1-40e8-944f-6fa041707bee" providerId="AD" clId="Web-{B68B6FC3-EC8C-2300-F8B9-0F634E2B5002}" dt="2025-01-14T17:20:46.242" v="69"/>
        <pc:sldMkLst>
          <pc:docMk/>
          <pc:sldMk cId="4049842312" sldId="646"/>
        </pc:sldMkLst>
      </pc:sldChg>
      <pc:sldChg chg="modSp">
        <pc:chgData name="Sheikhzada, Ahmad (jus2yw)" userId="S::jus2yw@virginia.edu::a29e2e50-68d1-40e8-944f-6fa041707bee" providerId="AD" clId="Web-{B68B6FC3-EC8C-2300-F8B9-0F634E2B5002}" dt="2025-01-14T17:18:23.868" v="57" actId="20577"/>
        <pc:sldMkLst>
          <pc:docMk/>
          <pc:sldMk cId="4210930778" sldId="663"/>
        </pc:sldMkLst>
      </pc:sldChg>
      <pc:sldChg chg="modSp">
        <pc:chgData name="Sheikhzada, Ahmad (jus2yw)" userId="S::jus2yw@virginia.edu::a29e2e50-68d1-40e8-944f-6fa041707bee" providerId="AD" clId="Web-{B68B6FC3-EC8C-2300-F8B9-0F634E2B5002}" dt="2025-01-14T17:20:06.477" v="68" actId="20577"/>
        <pc:sldMkLst>
          <pc:docMk/>
          <pc:sldMk cId="1564575063" sldId="665"/>
        </pc:sldMkLst>
      </pc:sldChg>
      <pc:sldChg chg="modSp">
        <pc:chgData name="Sheikhzada, Ahmad (jus2yw)" userId="S::jus2yw@virginia.edu::a29e2e50-68d1-40e8-944f-6fa041707bee" providerId="AD" clId="Web-{B68B6FC3-EC8C-2300-F8B9-0F634E2B5002}" dt="2025-01-14T18:56:15.808" v="79" actId="20577"/>
        <pc:sldMkLst>
          <pc:docMk/>
          <pc:sldMk cId="2231320461" sldId="666"/>
        </pc:sldMkLst>
      </pc:sldChg>
      <pc:sldChg chg="modSp">
        <pc:chgData name="Sheikhzada, Ahmad (jus2yw)" userId="S::jus2yw@virginia.edu::a29e2e50-68d1-40e8-944f-6fa041707bee" providerId="AD" clId="Web-{B68B6FC3-EC8C-2300-F8B9-0F634E2B5002}" dt="2025-01-14T17:17:04.665" v="55" actId="20577"/>
        <pc:sldMkLst>
          <pc:docMk/>
          <pc:sldMk cId="1085468944" sldId="730"/>
        </pc:sldMkLst>
      </pc:sldChg>
      <pc:sldChg chg="modSp">
        <pc:chgData name="Sheikhzada, Ahmad (jus2yw)" userId="S::jus2yw@virginia.edu::a29e2e50-68d1-40e8-944f-6fa041707bee" providerId="AD" clId="Web-{B68B6FC3-EC8C-2300-F8B9-0F634E2B5002}" dt="2025-01-14T18:02:26.153" v="73" actId="20577"/>
        <pc:sldMkLst>
          <pc:docMk/>
          <pc:sldMk cId="2155054824" sldId="732"/>
        </pc:sldMkLst>
      </pc:sldChg>
    </pc:docChg>
  </pc:docChgLst>
  <pc:docChgLst>
    <pc:chgData name="Duy, Camden Michael (cmd7ag)" userId="S::cmd7ag@virginia.edu::556851f8-6ce2-4201-8ba2-103b104160fe" providerId="AD" clId="Web-{0286A768-DD9F-FA7E-79E3-BF633DA07178}"/>
    <pc:docChg chg="modSld">
      <pc:chgData name="Duy, Camden Michael (cmd7ag)" userId="S::cmd7ag@virginia.edu::556851f8-6ce2-4201-8ba2-103b104160fe" providerId="AD" clId="Web-{0286A768-DD9F-FA7E-79E3-BF633DA07178}" dt="2025-01-07T16:01:35.835" v="11" actId="20577"/>
      <pc:docMkLst>
        <pc:docMk/>
      </pc:docMkLst>
      <pc:sldChg chg="modSp">
        <pc:chgData name="Duy, Camden Michael (cmd7ag)" userId="S::cmd7ag@virginia.edu::556851f8-6ce2-4201-8ba2-103b104160fe" providerId="AD" clId="Web-{0286A768-DD9F-FA7E-79E3-BF633DA07178}" dt="2025-01-07T16:01:35.835" v="11" actId="20577"/>
        <pc:sldMkLst>
          <pc:docMk/>
          <pc:sldMk cId="2666753652" sldId="269"/>
        </pc:sldMkLst>
      </pc:sldChg>
    </pc:docChg>
  </pc:docChgLst>
  <pc:docChgLst>
    <pc:chgData name="Orndorff, Paul B. (egg3xa)" userId="bb260ba0-3f95-4dd5-bf82-f4952a983c80" providerId="ADAL" clId="{2B53CB1D-81F6-084B-9BEC-F0D961FB53DA}"/>
    <pc:docChg chg="undo custSel addSld delSld modSld modSection">
      <pc:chgData name="Orndorff, Paul B. (egg3xa)" userId="bb260ba0-3f95-4dd5-bf82-f4952a983c80" providerId="ADAL" clId="{2B53CB1D-81F6-084B-9BEC-F0D961FB53DA}" dt="2025-01-06T19:33:46.546" v="3017" actId="20577"/>
      <pc:docMkLst>
        <pc:docMk/>
      </pc:docMkLst>
      <pc:sldChg chg="modSp mod">
        <pc:chgData name="Orndorff, Paul B. (egg3xa)" userId="bb260ba0-3f95-4dd5-bf82-f4952a983c80" providerId="ADAL" clId="{2B53CB1D-81F6-084B-9BEC-F0D961FB53DA}" dt="2025-01-06T18:43:45.299" v="1485" actId="20577"/>
        <pc:sldMkLst>
          <pc:docMk/>
          <pc:sldMk cId="1865748381" sldId="258"/>
        </pc:sldMkLst>
      </pc:sldChg>
      <pc:sldChg chg="modSp new mod">
        <pc:chgData name="Orndorff, Paul B. (egg3xa)" userId="bb260ba0-3f95-4dd5-bf82-f4952a983c80" providerId="ADAL" clId="{2B53CB1D-81F6-084B-9BEC-F0D961FB53DA}" dt="2025-01-06T18:45:53.472" v="1610" actId="313"/>
        <pc:sldMkLst>
          <pc:docMk/>
          <pc:sldMk cId="523869036" sldId="261"/>
        </pc:sldMkLst>
      </pc:sldChg>
      <pc:sldChg chg="modSp new mod">
        <pc:chgData name="Orndorff, Paul B. (egg3xa)" userId="bb260ba0-3f95-4dd5-bf82-f4952a983c80" providerId="ADAL" clId="{2B53CB1D-81F6-084B-9BEC-F0D961FB53DA}" dt="2025-01-06T18:49:24.957" v="1818" actId="20577"/>
        <pc:sldMkLst>
          <pc:docMk/>
          <pc:sldMk cId="2624736151" sldId="264"/>
        </pc:sldMkLst>
      </pc:sldChg>
      <pc:sldChg chg="modSp new mod">
        <pc:chgData name="Orndorff, Paul B. (egg3xa)" userId="bb260ba0-3f95-4dd5-bf82-f4952a983c80" providerId="ADAL" clId="{2B53CB1D-81F6-084B-9BEC-F0D961FB53DA}" dt="2025-01-06T18:56:09.107" v="1955" actId="20577"/>
        <pc:sldMkLst>
          <pc:docMk/>
          <pc:sldMk cId="2137951751" sldId="265"/>
        </pc:sldMkLst>
      </pc:sldChg>
      <pc:sldChg chg="addSp modSp new mod">
        <pc:chgData name="Orndorff, Paul B. (egg3xa)" userId="bb260ba0-3f95-4dd5-bf82-f4952a983c80" providerId="ADAL" clId="{2B53CB1D-81F6-084B-9BEC-F0D961FB53DA}" dt="2025-01-06T19:20:54.987" v="2546" actId="1035"/>
        <pc:sldMkLst>
          <pc:docMk/>
          <pc:sldMk cId="2015703695" sldId="266"/>
        </pc:sldMkLst>
      </pc:sldChg>
      <pc:sldChg chg="modSp new del mod">
        <pc:chgData name="Orndorff, Paul B. (egg3xa)" userId="bb260ba0-3f95-4dd5-bf82-f4952a983c80" providerId="ADAL" clId="{2B53CB1D-81F6-084B-9BEC-F0D961FB53DA}" dt="2025-01-06T19:00:09.200" v="1956" actId="2696"/>
        <pc:sldMkLst>
          <pc:docMk/>
          <pc:sldMk cId="4221618330" sldId="266"/>
        </pc:sldMkLst>
      </pc:sldChg>
      <pc:sldChg chg="modSp new mod">
        <pc:chgData name="Orndorff, Paul B. (egg3xa)" userId="bb260ba0-3f95-4dd5-bf82-f4952a983c80" providerId="ADAL" clId="{2B53CB1D-81F6-084B-9BEC-F0D961FB53DA}" dt="2025-01-06T19:33:46.546" v="3017" actId="20577"/>
        <pc:sldMkLst>
          <pc:docMk/>
          <pc:sldMk cId="1392927502" sldId="270"/>
        </pc:sldMkLst>
      </pc:sldChg>
      <pc:sldChg chg="modSp new mod">
        <pc:chgData name="Orndorff, Paul B. (egg3xa)" userId="bb260ba0-3f95-4dd5-bf82-f4952a983c80" providerId="ADAL" clId="{2B53CB1D-81F6-084B-9BEC-F0D961FB53DA}" dt="2025-01-06T19:33:05.936" v="2970" actId="20577"/>
        <pc:sldMkLst>
          <pc:docMk/>
          <pc:sldMk cId="13018589" sldId="271"/>
        </pc:sldMkLst>
      </pc:sldChg>
    </pc:docChg>
  </pc:docChgLst>
  <pc:docChgLst>
    <pc:chgData name="Duy, Camden Michael (cmd7ag)" userId="S::cmd7ag@virginia.edu::556851f8-6ce2-4201-8ba2-103b104160fe" providerId="AD" clId="Web-{AA08DFDD-AE51-ECDE-A997-4465FEBE6BDA}"/>
    <pc:docChg chg="addSld delSld modSld sldOrd addSection modSection">
      <pc:chgData name="Duy, Camden Michael (cmd7ag)" userId="S::cmd7ag@virginia.edu::556851f8-6ce2-4201-8ba2-103b104160fe" providerId="AD" clId="Web-{AA08DFDD-AE51-ECDE-A997-4465FEBE6BDA}" dt="2025-01-06T20:05:48.489" v="5221" actId="20577"/>
      <pc:docMkLst>
        <pc:docMk/>
      </pc:docMkLst>
      <pc:sldChg chg="modSp">
        <pc:chgData name="Duy, Camden Michael (cmd7ag)" userId="S::cmd7ag@virginia.edu::556851f8-6ce2-4201-8ba2-103b104160fe" providerId="AD" clId="Web-{AA08DFDD-AE51-ECDE-A997-4465FEBE6BDA}" dt="2025-01-06T20:05:48.489" v="5221" actId="20577"/>
        <pc:sldMkLst>
          <pc:docMk/>
          <pc:sldMk cId="109857222" sldId="256"/>
        </pc:sldMkLst>
      </pc:sldChg>
      <pc:sldChg chg="modSp new">
        <pc:chgData name="Duy, Camden Michael (cmd7ag)" userId="S::cmd7ag@virginia.edu::556851f8-6ce2-4201-8ba2-103b104160fe" providerId="AD" clId="Web-{AA08DFDD-AE51-ECDE-A997-4465FEBE6BDA}" dt="2025-01-06T18:47:46.111" v="1776" actId="20577"/>
        <pc:sldMkLst>
          <pc:docMk/>
          <pc:sldMk cId="1837560011" sldId="257"/>
        </pc:sldMkLst>
      </pc:sldChg>
      <pc:sldChg chg="modSp new">
        <pc:chgData name="Duy, Camden Michael (cmd7ag)" userId="S::cmd7ag@virginia.edu::556851f8-6ce2-4201-8ba2-103b104160fe" providerId="AD" clId="Web-{AA08DFDD-AE51-ECDE-A997-4465FEBE6BDA}" dt="2025-01-06T18:28:44.411" v="629" actId="20577"/>
        <pc:sldMkLst>
          <pc:docMk/>
          <pc:sldMk cId="3922138227" sldId="259"/>
        </pc:sldMkLst>
      </pc:sldChg>
      <pc:sldChg chg="modSp add replId">
        <pc:chgData name="Duy, Camden Michael (cmd7ag)" userId="S::cmd7ag@virginia.edu::556851f8-6ce2-4201-8ba2-103b104160fe" providerId="AD" clId="Web-{AA08DFDD-AE51-ECDE-A997-4465FEBE6BDA}" dt="2025-01-06T18:33:49.770" v="842" actId="20577"/>
        <pc:sldMkLst>
          <pc:docMk/>
          <pc:sldMk cId="3073119245" sldId="260"/>
        </pc:sldMkLst>
      </pc:sldChg>
      <pc:sldChg chg="modSp new">
        <pc:chgData name="Duy, Camden Michael (cmd7ag)" userId="S::cmd7ag@virginia.edu::556851f8-6ce2-4201-8ba2-103b104160fe" providerId="AD" clId="Web-{AA08DFDD-AE51-ECDE-A997-4465FEBE6BDA}" dt="2025-01-06T18:45:15.018" v="1740" actId="20577"/>
        <pc:sldMkLst>
          <pc:docMk/>
          <pc:sldMk cId="180222208" sldId="262"/>
        </pc:sldMkLst>
      </pc:sldChg>
      <pc:sldChg chg="modSp new del">
        <pc:chgData name="Duy, Camden Michael (cmd7ag)" userId="S::cmd7ag@virginia.edu::556851f8-6ce2-4201-8ba2-103b104160fe" providerId="AD" clId="Web-{AA08DFDD-AE51-ECDE-A997-4465FEBE6BDA}" dt="2025-01-06T18:34:29.942" v="864"/>
        <pc:sldMkLst>
          <pc:docMk/>
          <pc:sldMk cId="2261118415" sldId="262"/>
        </pc:sldMkLst>
      </pc:sldChg>
      <pc:sldChg chg="modSp new">
        <pc:chgData name="Duy, Camden Michael (cmd7ag)" userId="S::cmd7ag@virginia.edu::556851f8-6ce2-4201-8ba2-103b104160fe" providerId="AD" clId="Web-{AA08DFDD-AE51-ECDE-A997-4465FEBE6BDA}" dt="2025-01-06T19:04:14.514" v="3149" actId="20577"/>
        <pc:sldMkLst>
          <pc:docMk/>
          <pc:sldMk cId="2373969971" sldId="263"/>
        </pc:sldMkLst>
      </pc:sldChg>
      <pc:sldChg chg="modSp ord">
        <pc:chgData name="Duy, Camden Michael (cmd7ag)" userId="S::cmd7ag@virginia.edu::556851f8-6ce2-4201-8ba2-103b104160fe" providerId="AD" clId="Web-{AA08DFDD-AE51-ECDE-A997-4465FEBE6BDA}" dt="2025-01-06T19:32:21.009" v="3685" actId="20577"/>
        <pc:sldMkLst>
          <pc:docMk/>
          <pc:sldMk cId="2137951751" sldId="265"/>
        </pc:sldMkLst>
      </pc:sldChg>
      <pc:sldChg chg="ord">
        <pc:chgData name="Duy, Camden Michael (cmd7ag)" userId="S::cmd7ag@virginia.edu::556851f8-6ce2-4201-8ba2-103b104160fe" providerId="AD" clId="Web-{AA08DFDD-AE51-ECDE-A997-4465FEBE6BDA}" dt="2025-01-06T19:27:47.416" v="3674"/>
        <pc:sldMkLst>
          <pc:docMk/>
          <pc:sldMk cId="2015703695" sldId="266"/>
        </pc:sldMkLst>
      </pc:sldChg>
      <pc:sldChg chg="modSp new ord">
        <pc:chgData name="Duy, Camden Michael (cmd7ag)" userId="S::cmd7ag@virginia.edu::556851f8-6ce2-4201-8ba2-103b104160fe" providerId="AD" clId="Web-{AA08DFDD-AE51-ECDE-A997-4465FEBE6BDA}" dt="2025-01-06T20:03:38.052" v="5176" actId="20577"/>
        <pc:sldMkLst>
          <pc:docMk/>
          <pc:sldMk cId="2352181361" sldId="267"/>
        </pc:sldMkLst>
      </pc:sldChg>
      <pc:sldChg chg="modSp new ord">
        <pc:chgData name="Duy, Camden Michael (cmd7ag)" userId="S::cmd7ag@virginia.edu::556851f8-6ce2-4201-8ba2-103b104160fe" providerId="AD" clId="Web-{AA08DFDD-AE51-ECDE-A997-4465FEBE6BDA}" dt="2025-01-06T19:02:42.374" v="3066" actId="20577"/>
        <pc:sldMkLst>
          <pc:docMk/>
          <pc:sldMk cId="1077093910" sldId="268"/>
        </pc:sldMkLst>
      </pc:sldChg>
      <pc:sldChg chg="modSp new ord">
        <pc:chgData name="Duy, Camden Michael (cmd7ag)" userId="S::cmd7ag@virginia.edu::556851f8-6ce2-4201-8ba2-103b104160fe" providerId="AD" clId="Web-{AA08DFDD-AE51-ECDE-A997-4465FEBE6BDA}" dt="2025-01-06T19:03:03.921" v="3092" actId="20577"/>
        <pc:sldMkLst>
          <pc:docMk/>
          <pc:sldMk cId="2666753652" sldId="269"/>
        </pc:sldMkLst>
      </pc:sldChg>
      <pc:sldChg chg="addSp modSp new">
        <pc:chgData name="Duy, Camden Michael (cmd7ag)" userId="S::cmd7ag@virginia.edu::556851f8-6ce2-4201-8ba2-103b104160fe" providerId="AD" clId="Web-{AA08DFDD-AE51-ECDE-A997-4465FEBE6BDA}" dt="2025-01-06T19:36:21.009" v="3981" actId="20577"/>
        <pc:sldMkLst>
          <pc:docMk/>
          <pc:sldMk cId="2990602583" sldId="272"/>
        </pc:sldMkLst>
      </pc:sldChg>
      <pc:sldChg chg="addSp delSp modSp new">
        <pc:chgData name="Duy, Camden Michael (cmd7ag)" userId="S::cmd7ag@virginia.edu::556851f8-6ce2-4201-8ba2-103b104160fe" providerId="AD" clId="Web-{AA08DFDD-AE51-ECDE-A997-4465FEBE6BDA}" dt="2025-01-06T19:41:32.759" v="4224" actId="1076"/>
        <pc:sldMkLst>
          <pc:docMk/>
          <pc:sldMk cId="1122846151" sldId="273"/>
        </pc:sldMkLst>
      </pc:sldChg>
      <pc:sldChg chg="modSp new ord">
        <pc:chgData name="Duy, Camden Michael (cmd7ag)" userId="S::cmd7ag@virginia.edu::556851f8-6ce2-4201-8ba2-103b104160fe" providerId="AD" clId="Web-{AA08DFDD-AE51-ECDE-A997-4465FEBE6BDA}" dt="2025-01-06T19:43:50.993" v="4225"/>
        <pc:sldMkLst>
          <pc:docMk/>
          <pc:sldMk cId="3639166066" sldId="274"/>
        </pc:sldMkLst>
      </pc:sldChg>
      <pc:sldChg chg="modSp new">
        <pc:chgData name="Duy, Camden Michael (cmd7ag)" userId="S::cmd7ag@virginia.edu::556851f8-6ce2-4201-8ba2-103b104160fe" providerId="AD" clId="Web-{AA08DFDD-AE51-ECDE-A997-4465FEBE6BDA}" dt="2025-01-06T20:02:24.896" v="5166" actId="20577"/>
        <pc:sldMkLst>
          <pc:docMk/>
          <pc:sldMk cId="3851518040" sldId="275"/>
        </pc:sldMkLst>
      </pc:sldChg>
      <pc:sldChg chg="modSp new">
        <pc:chgData name="Duy, Camden Michael (cmd7ag)" userId="S::cmd7ag@virginia.edu::556851f8-6ce2-4201-8ba2-103b104160fe" providerId="AD" clId="Web-{AA08DFDD-AE51-ECDE-A997-4465FEBE6BDA}" dt="2025-01-06T20:04:17.380" v="5220" actId="20577"/>
        <pc:sldMkLst>
          <pc:docMk/>
          <pc:sldMk cId="2147023113" sldId="277"/>
        </pc:sldMkLst>
      </pc:sldChg>
    </pc:docChg>
  </pc:docChgLst>
  <pc:docChgLst>
    <pc:chgData name="Sheikhzada, Ahmad (jus2yw)" userId="S::jus2yw@virginia.edu::a29e2e50-68d1-40e8-944f-6fa041707bee" providerId="AD" clId="Web-{FD0DB74B-ABCA-59C3-104C-A58C0730C07C}"/>
    <pc:docChg chg="modSld">
      <pc:chgData name="Sheikhzada, Ahmad (jus2yw)" userId="S::jus2yw@virginia.edu::a29e2e50-68d1-40e8-944f-6fa041707bee" providerId="AD" clId="Web-{FD0DB74B-ABCA-59C3-104C-A58C0730C07C}" dt="2025-01-14T16:56:23.188" v="6" actId="20577"/>
      <pc:docMkLst>
        <pc:docMk/>
      </pc:docMkLst>
      <pc:sldChg chg="modSp">
        <pc:chgData name="Sheikhzada, Ahmad (jus2yw)" userId="S::jus2yw@virginia.edu::a29e2e50-68d1-40e8-944f-6fa041707bee" providerId="AD" clId="Web-{FD0DB74B-ABCA-59C3-104C-A58C0730C07C}" dt="2025-01-14T16:56:23.188" v="6" actId="20577"/>
        <pc:sldMkLst>
          <pc:docMk/>
          <pc:sldMk cId="4210930778" sldId="663"/>
        </pc:sldMkLst>
      </pc:sldChg>
    </pc:docChg>
  </pc:docChgLst>
  <pc:docChgLst>
    <pc:chgData name="Duy, Camden Michael (cmd7ag)" userId="S::cmd7ag@virginia.edu::556851f8-6ce2-4201-8ba2-103b104160fe" providerId="AD" clId="Web-{37C7D0D8-83C7-07ED-8A07-8215278ED267}"/>
    <pc:docChg chg="addSld modSld modSection">
      <pc:chgData name="Duy, Camden Michael (cmd7ag)" userId="S::cmd7ag@virginia.edu::556851f8-6ce2-4201-8ba2-103b104160fe" providerId="AD" clId="Web-{37C7D0D8-83C7-07ED-8A07-8215278ED267}" dt="2025-01-07T16:51:29.724" v="360" actId="20577"/>
      <pc:docMkLst>
        <pc:docMk/>
      </pc:docMkLst>
      <pc:sldChg chg="modSp">
        <pc:chgData name="Duy, Camden Michael (cmd7ag)" userId="S::cmd7ag@virginia.edu::556851f8-6ce2-4201-8ba2-103b104160fe" providerId="AD" clId="Web-{37C7D0D8-83C7-07ED-8A07-8215278ED267}" dt="2025-01-07T16:51:14.348" v="358" actId="20577"/>
        <pc:sldMkLst>
          <pc:docMk/>
          <pc:sldMk cId="2666753652" sldId="269"/>
        </pc:sldMkLst>
      </pc:sldChg>
      <pc:sldChg chg="modSp">
        <pc:chgData name="Duy, Camden Michael (cmd7ag)" userId="S::cmd7ag@virginia.edu::556851f8-6ce2-4201-8ba2-103b104160fe" providerId="AD" clId="Web-{37C7D0D8-83C7-07ED-8A07-8215278ED267}" dt="2025-01-07T16:41:49.824" v="33" actId="20577"/>
        <pc:sldMkLst>
          <pc:docMk/>
          <pc:sldMk cId="3851518040" sldId="275"/>
        </pc:sldMkLst>
      </pc:sldChg>
      <pc:sldChg chg="modSp new">
        <pc:chgData name="Duy, Camden Michael (cmd7ag)" userId="S::cmd7ag@virginia.edu::556851f8-6ce2-4201-8ba2-103b104160fe" providerId="AD" clId="Web-{37C7D0D8-83C7-07ED-8A07-8215278ED267}" dt="2025-01-07T16:51:29.724" v="360" actId="20577"/>
        <pc:sldMkLst>
          <pc:docMk/>
          <pc:sldMk cId="336769332" sldId="277"/>
        </pc:sldMkLst>
      </pc:sldChg>
    </pc:docChg>
  </pc:docChgLst>
  <pc:docChgLst>
    <pc:chgData name="Sheikhzada, Ahmad (jus2yw)" userId="S::jus2yw@virginia.edu::a29e2e50-68d1-40e8-944f-6fa041707bee" providerId="AD" clId="Web-{57F5CFA4-E799-3BE5-76D8-FACBF73C05F9}"/>
    <pc:docChg chg="addSld delSld modSld sldOrd modSection">
      <pc:chgData name="Sheikhzada, Ahmad (jus2yw)" userId="S::jus2yw@virginia.edu::a29e2e50-68d1-40e8-944f-6fa041707bee" providerId="AD" clId="Web-{57F5CFA4-E799-3BE5-76D8-FACBF73C05F9}" dt="2025-01-14T04:04:11.507" v="133"/>
      <pc:docMkLst>
        <pc:docMk/>
      </pc:docMkLst>
      <pc:sldChg chg="add">
        <pc:chgData name="Sheikhzada, Ahmad (jus2yw)" userId="S::jus2yw@virginia.edu::a29e2e50-68d1-40e8-944f-6fa041707bee" providerId="AD" clId="Web-{57F5CFA4-E799-3BE5-76D8-FACBF73C05F9}" dt="2025-01-14T04:04:11.507" v="133"/>
        <pc:sldMkLst>
          <pc:docMk/>
          <pc:sldMk cId="4293941994" sldId="585"/>
        </pc:sldMkLst>
      </pc:sldChg>
      <pc:sldChg chg="addSp delSp modSp add">
        <pc:chgData name="Sheikhzada, Ahmad (jus2yw)" userId="S::jus2yw@virginia.edu::a29e2e50-68d1-40e8-944f-6fa041707bee" providerId="AD" clId="Web-{57F5CFA4-E799-3BE5-76D8-FACBF73C05F9}" dt="2025-01-14T03:37:49.144" v="49" actId="14100"/>
        <pc:sldMkLst>
          <pc:docMk/>
          <pc:sldMk cId="2461103670" sldId="634"/>
        </pc:sldMkLst>
      </pc:sldChg>
      <pc:sldChg chg="modSp">
        <pc:chgData name="Sheikhzada, Ahmad (jus2yw)" userId="S::jus2yw@virginia.edu::a29e2e50-68d1-40e8-944f-6fa041707bee" providerId="AD" clId="Web-{57F5CFA4-E799-3BE5-76D8-FACBF73C05F9}" dt="2025-01-14T03:49:34.944" v="109" actId="20577"/>
        <pc:sldMkLst>
          <pc:docMk/>
          <pc:sldMk cId="2291088688" sldId="655"/>
        </pc:sldMkLst>
      </pc:sldChg>
      <pc:sldChg chg="addSp delSp modSp add">
        <pc:chgData name="Sheikhzada, Ahmad (jus2yw)" userId="S::jus2yw@virginia.edu::a29e2e50-68d1-40e8-944f-6fa041707bee" providerId="AD" clId="Web-{57F5CFA4-E799-3BE5-76D8-FACBF73C05F9}" dt="2025-01-14T04:00:08.147" v="124" actId="14100"/>
        <pc:sldMkLst>
          <pc:docMk/>
          <pc:sldMk cId="2988356672" sldId="660"/>
        </pc:sldMkLst>
      </pc:sldChg>
      <pc:sldChg chg="add ord">
        <pc:chgData name="Sheikhzada, Ahmad (jus2yw)" userId="S::jus2yw@virginia.edu::a29e2e50-68d1-40e8-944f-6fa041707bee" providerId="AD" clId="Web-{57F5CFA4-E799-3BE5-76D8-FACBF73C05F9}" dt="2025-01-14T04:00:58.882" v="126"/>
        <pc:sldMkLst>
          <pc:docMk/>
          <pc:sldMk cId="4210930778" sldId="663"/>
        </pc:sldMkLst>
      </pc:sldChg>
      <pc:sldChg chg="add">
        <pc:chgData name="Sheikhzada, Ahmad (jus2yw)" userId="S::jus2yw@virginia.edu::a29e2e50-68d1-40e8-944f-6fa041707bee" providerId="AD" clId="Web-{57F5CFA4-E799-3BE5-76D8-FACBF73C05F9}" dt="2025-01-14T04:02:53.851" v="128"/>
        <pc:sldMkLst>
          <pc:docMk/>
          <pc:sldMk cId="1564575063" sldId="665"/>
        </pc:sldMkLst>
      </pc:sldChg>
      <pc:sldChg chg="add">
        <pc:chgData name="Sheikhzada, Ahmad (jus2yw)" userId="S::jus2yw@virginia.edu::a29e2e50-68d1-40e8-944f-6fa041707bee" providerId="AD" clId="Web-{57F5CFA4-E799-3BE5-76D8-FACBF73C05F9}" dt="2025-01-14T04:02:53.851" v="130"/>
        <pc:sldMkLst>
          <pc:docMk/>
          <pc:sldMk cId="2231320461" sldId="666"/>
        </pc:sldMkLst>
      </pc:sldChg>
      <pc:sldChg chg="add">
        <pc:chgData name="Sheikhzada, Ahmad (jus2yw)" userId="S::jus2yw@virginia.edu::a29e2e50-68d1-40e8-944f-6fa041707bee" providerId="AD" clId="Web-{57F5CFA4-E799-3BE5-76D8-FACBF73C05F9}" dt="2025-01-14T04:02:53.851" v="131"/>
        <pc:sldMkLst>
          <pc:docMk/>
          <pc:sldMk cId="2863435505" sldId="667"/>
        </pc:sldMkLst>
      </pc:sldChg>
      <pc:sldChg chg="add">
        <pc:chgData name="Sheikhzada, Ahmad (jus2yw)" userId="S::jus2yw@virginia.edu::a29e2e50-68d1-40e8-944f-6fa041707bee" providerId="AD" clId="Web-{57F5CFA4-E799-3BE5-76D8-FACBF73C05F9}" dt="2025-01-14T04:02:53.851" v="132"/>
        <pc:sldMkLst>
          <pc:docMk/>
          <pc:sldMk cId="2740054843" sldId="668"/>
        </pc:sldMkLst>
      </pc:sldChg>
      <pc:sldChg chg="modSp add">
        <pc:chgData name="Sheikhzada, Ahmad (jus2yw)" userId="S::jus2yw@virginia.edu::a29e2e50-68d1-40e8-944f-6fa041707bee" providerId="AD" clId="Web-{57F5CFA4-E799-3BE5-76D8-FACBF73C05F9}" dt="2025-01-14T03:40:37.284" v="54" actId="1076"/>
        <pc:sldMkLst>
          <pc:docMk/>
          <pc:sldMk cId="3054694846" sldId="697"/>
        </pc:sldMkLst>
      </pc:sldChg>
      <pc:sldChg chg="modSp add">
        <pc:chgData name="Sheikhzada, Ahmad (jus2yw)" userId="S::jus2yw@virginia.edu::a29e2e50-68d1-40e8-944f-6fa041707bee" providerId="AD" clId="Web-{57F5CFA4-E799-3BE5-76D8-FACBF73C05F9}" dt="2025-01-14T03:47:15.881" v="100" actId="20577"/>
        <pc:sldMkLst>
          <pc:docMk/>
          <pc:sldMk cId="546937122" sldId="728"/>
        </pc:sldMkLst>
      </pc:sldChg>
      <pc:sldChg chg="add del">
        <pc:chgData name="Sheikhzada, Ahmad (jus2yw)" userId="S::jus2yw@virginia.edu::a29e2e50-68d1-40e8-944f-6fa041707bee" providerId="AD" clId="Web-{57F5CFA4-E799-3BE5-76D8-FACBF73C05F9}" dt="2025-01-14T03:48:26.225" v="102"/>
        <pc:sldMkLst>
          <pc:docMk/>
          <pc:sldMk cId="353374270" sldId="729"/>
        </pc:sldMkLst>
      </pc:sldChg>
      <pc:sldChg chg="modSp add">
        <pc:chgData name="Sheikhzada, Ahmad (jus2yw)" userId="S::jus2yw@virginia.edu::a29e2e50-68d1-40e8-944f-6fa041707bee" providerId="AD" clId="Web-{57F5CFA4-E799-3BE5-76D8-FACBF73C05F9}" dt="2025-01-14T03:49:07.053" v="107" actId="20577"/>
        <pc:sldMkLst>
          <pc:docMk/>
          <pc:sldMk cId="2002016789" sldId="729"/>
        </pc:sldMkLst>
      </pc:sldChg>
      <pc:sldChg chg="add">
        <pc:chgData name="Sheikhzada, Ahmad (jus2yw)" userId="S::jus2yw@virginia.edu::a29e2e50-68d1-40e8-944f-6fa041707bee" providerId="AD" clId="Web-{57F5CFA4-E799-3BE5-76D8-FACBF73C05F9}" dt="2025-01-14T04:01:47.272" v="127"/>
        <pc:sldMkLst>
          <pc:docMk/>
          <pc:sldMk cId="1085468944" sldId="730"/>
        </pc:sldMkLst>
      </pc:sldChg>
      <pc:sldChg chg="add">
        <pc:chgData name="Sheikhzada, Ahmad (jus2yw)" userId="S::jus2yw@virginia.edu::a29e2e50-68d1-40e8-944f-6fa041707bee" providerId="AD" clId="Web-{57F5CFA4-E799-3BE5-76D8-FACBF73C05F9}" dt="2025-01-14T04:02:53.851" v="129"/>
        <pc:sldMkLst>
          <pc:docMk/>
          <pc:sldMk cId="2155054824" sldId="732"/>
        </pc:sldMkLst>
      </pc:sldChg>
    </pc:docChg>
  </pc:docChgLst>
  <pc:docChgLst>
    <pc:chgData name="Orndorff, Paul B. (egg3xa)" userId="S::egg3xa@virginia.edu::bb260ba0-3f95-4dd5-bf82-f4952a983c80" providerId="AD" clId="Web-{AD7FE05F-70A1-06A6-3DB5-E28DC24FE8C5}"/>
    <pc:docChg chg="delSld modSld modSection">
      <pc:chgData name="Orndorff, Paul B. (egg3xa)" userId="S::egg3xa@virginia.edu::bb260ba0-3f95-4dd5-bf82-f4952a983c80" providerId="AD" clId="Web-{AD7FE05F-70A1-06A6-3DB5-E28DC24FE8C5}" dt="2025-01-10T15:27:00.803" v="213" actId="20577"/>
      <pc:docMkLst>
        <pc:docMk/>
      </pc:docMkLst>
      <pc:sldChg chg="del">
        <pc:chgData name="Orndorff, Paul B. (egg3xa)" userId="S::egg3xa@virginia.edu::bb260ba0-3f95-4dd5-bf82-f4952a983c80" providerId="AD" clId="Web-{AD7FE05F-70A1-06A6-3DB5-E28DC24FE8C5}" dt="2025-01-10T15:16:14.722" v="20"/>
        <pc:sldMkLst>
          <pc:docMk/>
          <pc:sldMk cId="180222208" sldId="262"/>
        </pc:sldMkLst>
      </pc:sldChg>
      <pc:sldChg chg="modSp">
        <pc:chgData name="Orndorff, Paul B. (egg3xa)" userId="S::egg3xa@virginia.edu::bb260ba0-3f95-4dd5-bf82-f4952a983c80" providerId="AD" clId="Web-{AD7FE05F-70A1-06A6-3DB5-E28DC24FE8C5}" dt="2025-01-10T15:15:32.878" v="3" actId="20577"/>
        <pc:sldMkLst>
          <pc:docMk/>
          <pc:sldMk cId="2373969971" sldId="263"/>
        </pc:sldMkLst>
      </pc:sldChg>
      <pc:sldChg chg="modSp">
        <pc:chgData name="Orndorff, Paul B. (egg3xa)" userId="S::egg3xa@virginia.edu::bb260ba0-3f95-4dd5-bf82-f4952a983c80" providerId="AD" clId="Web-{AD7FE05F-70A1-06A6-3DB5-E28DC24FE8C5}" dt="2025-01-10T15:27:00.803" v="213" actId="20577"/>
        <pc:sldMkLst>
          <pc:docMk/>
          <pc:sldMk cId="3303172620" sldId="278"/>
        </pc:sldMkLst>
      </pc:sldChg>
    </pc:docChg>
  </pc:docChgLst>
  <pc:docChgLst>
    <pc:chgData name="Orndorff, Paul B. (egg3xa)" userId="S::egg3xa@virginia.edu::bb260ba0-3f95-4dd5-bf82-f4952a983c80" providerId="AD" clId="Web-{26689452-A68A-BC1E-2065-D3CBAF3C0B40}"/>
    <pc:docChg chg="modSld">
      <pc:chgData name="Orndorff, Paul B. (egg3xa)" userId="S::egg3xa@virginia.edu::bb260ba0-3f95-4dd5-bf82-f4952a983c80" providerId="AD" clId="Web-{26689452-A68A-BC1E-2065-D3CBAF3C0B40}" dt="2025-01-07T13:57:15.096" v="13" actId="20577"/>
      <pc:docMkLst>
        <pc:docMk/>
      </pc:docMkLst>
      <pc:sldChg chg="modSp">
        <pc:chgData name="Orndorff, Paul B. (egg3xa)" userId="S::egg3xa@virginia.edu::bb260ba0-3f95-4dd5-bf82-f4952a983c80" providerId="AD" clId="Web-{26689452-A68A-BC1E-2065-D3CBAF3C0B40}" dt="2025-01-07T13:56:20.031" v="1" actId="20577"/>
        <pc:sldMkLst>
          <pc:docMk/>
          <pc:sldMk cId="1837560011" sldId="257"/>
        </pc:sldMkLst>
      </pc:sldChg>
      <pc:sldChg chg="modSp">
        <pc:chgData name="Orndorff, Paul B. (egg3xa)" userId="S::egg3xa@virginia.edu::bb260ba0-3f95-4dd5-bf82-f4952a983c80" providerId="AD" clId="Web-{26689452-A68A-BC1E-2065-D3CBAF3C0B40}" dt="2025-01-07T13:56:27.813" v="3" actId="20577"/>
        <pc:sldMkLst>
          <pc:docMk/>
          <pc:sldMk cId="3922138227" sldId="259"/>
        </pc:sldMkLst>
      </pc:sldChg>
      <pc:sldChg chg="modSp">
        <pc:chgData name="Orndorff, Paul B. (egg3xa)" userId="S::egg3xa@virginia.edu::bb260ba0-3f95-4dd5-bf82-f4952a983c80" providerId="AD" clId="Web-{26689452-A68A-BC1E-2065-D3CBAF3C0B40}" dt="2025-01-07T13:56:34.579" v="5" actId="20577"/>
        <pc:sldMkLst>
          <pc:docMk/>
          <pc:sldMk cId="3073119245" sldId="260"/>
        </pc:sldMkLst>
      </pc:sldChg>
      <pc:sldChg chg="modSp">
        <pc:chgData name="Orndorff, Paul B. (egg3xa)" userId="S::egg3xa@virginia.edu::bb260ba0-3f95-4dd5-bf82-f4952a983c80" providerId="AD" clId="Web-{26689452-A68A-BC1E-2065-D3CBAF3C0B40}" dt="2025-01-07T13:56:48.407" v="7" actId="20577"/>
        <pc:sldMkLst>
          <pc:docMk/>
          <pc:sldMk cId="2137951751" sldId="265"/>
        </pc:sldMkLst>
      </pc:sldChg>
      <pc:sldChg chg="modSp">
        <pc:chgData name="Orndorff, Paul B. (egg3xa)" userId="S::egg3xa@virginia.edu::bb260ba0-3f95-4dd5-bf82-f4952a983c80" providerId="AD" clId="Web-{26689452-A68A-BC1E-2065-D3CBAF3C0B40}" dt="2025-01-07T13:57:07.345" v="11" actId="20577"/>
        <pc:sldMkLst>
          <pc:docMk/>
          <pc:sldMk cId="2352181361" sldId="267"/>
        </pc:sldMkLst>
      </pc:sldChg>
      <pc:sldChg chg="modSp">
        <pc:chgData name="Orndorff, Paul B. (egg3xa)" userId="S::egg3xa@virginia.edu::bb260ba0-3f95-4dd5-bf82-f4952a983c80" providerId="AD" clId="Web-{26689452-A68A-BC1E-2065-D3CBAF3C0B40}" dt="2025-01-07T13:56:57.157" v="9" actId="20577"/>
        <pc:sldMkLst>
          <pc:docMk/>
          <pc:sldMk cId="2990602583" sldId="272"/>
        </pc:sldMkLst>
      </pc:sldChg>
      <pc:sldChg chg="modSp">
        <pc:chgData name="Orndorff, Paul B. (egg3xa)" userId="S::egg3xa@virginia.edu::bb260ba0-3f95-4dd5-bf82-f4952a983c80" providerId="AD" clId="Web-{26689452-A68A-BC1E-2065-D3CBAF3C0B40}" dt="2025-01-07T13:57:15.096" v="13" actId="20577"/>
        <pc:sldMkLst>
          <pc:docMk/>
          <pc:sldMk cId="3851518040" sldId="275"/>
        </pc:sldMkLst>
      </pc:sldChg>
    </pc:docChg>
  </pc:docChgLst>
  <pc:docChgLst>
    <pc:chgData name="Sheikhzada, Ahmad (jus2yw)" userId="S::jus2yw@virginia.edu::a29e2e50-68d1-40e8-944f-6fa041707bee" providerId="AD" clId="Web-{1F5457D4-634D-3856-3029-8537C5E5384B}"/>
    <pc:docChg chg="modSld">
      <pc:chgData name="Sheikhzada, Ahmad (jus2yw)" userId="S::jus2yw@virginia.edu::a29e2e50-68d1-40e8-944f-6fa041707bee" providerId="AD" clId="Web-{1F5457D4-634D-3856-3029-8537C5E5384B}" dt="2025-01-13T16:35:14.463" v="211" actId="20577"/>
      <pc:docMkLst>
        <pc:docMk/>
      </pc:docMkLst>
      <pc:sldChg chg="modSp">
        <pc:chgData name="Sheikhzada, Ahmad (jus2yw)" userId="S::jus2yw@virginia.edu::a29e2e50-68d1-40e8-944f-6fa041707bee" providerId="AD" clId="Web-{1F5457D4-634D-3856-3029-8537C5E5384B}" dt="2025-01-13T16:03:00.515" v="3" actId="20577"/>
        <pc:sldMkLst>
          <pc:docMk/>
          <pc:sldMk cId="3155551211" sldId="633"/>
        </pc:sldMkLst>
      </pc:sldChg>
      <pc:sldChg chg="modSp">
        <pc:chgData name="Sheikhzada, Ahmad (jus2yw)" userId="S::jus2yw@virginia.edu::a29e2e50-68d1-40e8-944f-6fa041707bee" providerId="AD" clId="Web-{1F5457D4-634D-3856-3029-8537C5E5384B}" dt="2025-01-13T16:04:26.312" v="7" actId="20577"/>
        <pc:sldMkLst>
          <pc:docMk/>
          <pc:sldMk cId="3071774583" sldId="635"/>
        </pc:sldMkLst>
      </pc:sldChg>
      <pc:sldChg chg="modSp">
        <pc:chgData name="Sheikhzada, Ahmad (jus2yw)" userId="S::jus2yw@virginia.edu::a29e2e50-68d1-40e8-944f-6fa041707bee" providerId="AD" clId="Web-{1F5457D4-634D-3856-3029-8537C5E5384B}" dt="2025-01-13T16:11:53.987" v="68" actId="20577"/>
        <pc:sldMkLst>
          <pc:docMk/>
          <pc:sldMk cId="47141009" sldId="636"/>
        </pc:sldMkLst>
      </pc:sldChg>
      <pc:sldChg chg="modSp">
        <pc:chgData name="Sheikhzada, Ahmad (jus2yw)" userId="S::jus2yw@virginia.edu::a29e2e50-68d1-40e8-944f-6fa041707bee" providerId="AD" clId="Web-{1F5457D4-634D-3856-3029-8537C5E5384B}" dt="2025-01-13T16:18:33.801" v="73" actId="20577"/>
        <pc:sldMkLst>
          <pc:docMk/>
          <pc:sldMk cId="2706401425" sldId="639"/>
        </pc:sldMkLst>
      </pc:sldChg>
      <pc:sldChg chg="modSp">
        <pc:chgData name="Sheikhzada, Ahmad (jus2yw)" userId="S::jus2yw@virginia.edu::a29e2e50-68d1-40e8-944f-6fa041707bee" providerId="AD" clId="Web-{1F5457D4-634D-3856-3029-8537C5E5384B}" dt="2025-01-13T16:35:14.463" v="211" actId="20577"/>
        <pc:sldMkLst>
          <pc:docMk/>
          <pc:sldMk cId="1251091028" sldId="640"/>
        </pc:sldMkLst>
      </pc:sldChg>
    </pc:docChg>
  </pc:docChgLst>
  <pc:docChgLst>
    <pc:chgData name="Sheikhzada, Ahmad (jus2yw)" userId="S::jus2yw@virginia.edu::a29e2e50-68d1-40e8-944f-6fa041707bee" providerId="AD" clId="Web-{6726E0A9-D8D0-1B08-C9EC-D776C6CBE764}"/>
    <pc:docChg chg="modSld sldOrd">
      <pc:chgData name="Sheikhzada, Ahmad (jus2yw)" userId="S::jus2yw@virginia.edu::a29e2e50-68d1-40e8-944f-6fa041707bee" providerId="AD" clId="Web-{6726E0A9-D8D0-1B08-C9EC-D776C6CBE764}" dt="2025-01-14T16:55:16.310" v="35" actId="20577"/>
      <pc:docMkLst>
        <pc:docMk/>
      </pc:docMkLst>
      <pc:sldChg chg="ord">
        <pc:chgData name="Sheikhzada, Ahmad (jus2yw)" userId="S::jus2yw@virginia.edu::a29e2e50-68d1-40e8-944f-6fa041707bee" providerId="AD" clId="Web-{6726E0A9-D8D0-1B08-C9EC-D776C6CBE764}" dt="2025-01-14T16:45:47.199" v="0"/>
        <pc:sldMkLst>
          <pc:docMk/>
          <pc:sldMk cId="2706401425" sldId="639"/>
        </pc:sldMkLst>
      </pc:sldChg>
      <pc:sldChg chg="modSp">
        <pc:chgData name="Sheikhzada, Ahmad (jus2yw)" userId="S::jus2yw@virginia.edu::a29e2e50-68d1-40e8-944f-6fa041707bee" providerId="AD" clId="Web-{6726E0A9-D8D0-1B08-C9EC-D776C6CBE764}" dt="2025-01-14T16:46:40.731" v="2" actId="20577"/>
        <pc:sldMkLst>
          <pc:docMk/>
          <pc:sldMk cId="4259225808" sldId="650"/>
        </pc:sldMkLst>
      </pc:sldChg>
      <pc:sldChg chg="modSp">
        <pc:chgData name="Sheikhzada, Ahmad (jus2yw)" userId="S::jus2yw@virginia.edu::a29e2e50-68d1-40e8-944f-6fa041707bee" providerId="AD" clId="Web-{6726E0A9-D8D0-1B08-C9EC-D776C6CBE764}" dt="2025-01-14T16:48:30.450" v="12" actId="20577"/>
        <pc:sldMkLst>
          <pc:docMk/>
          <pc:sldMk cId="3858141239" sldId="654"/>
        </pc:sldMkLst>
      </pc:sldChg>
      <pc:sldChg chg="modSp">
        <pc:chgData name="Sheikhzada, Ahmad (jus2yw)" userId="S::jus2yw@virginia.edu::a29e2e50-68d1-40e8-944f-6fa041707bee" providerId="AD" clId="Web-{6726E0A9-D8D0-1B08-C9EC-D776C6CBE764}" dt="2025-01-14T16:55:16.310" v="35" actId="20577"/>
        <pc:sldMkLst>
          <pc:docMk/>
          <pc:sldMk cId="4210930778" sldId="663"/>
        </pc:sldMkLst>
      </pc:sldChg>
      <pc:sldChg chg="modSp">
        <pc:chgData name="Sheikhzada, Ahmad (jus2yw)" userId="S::jus2yw@virginia.edu::a29e2e50-68d1-40e8-944f-6fa041707bee" providerId="AD" clId="Web-{6726E0A9-D8D0-1B08-C9EC-D776C6CBE764}" dt="2025-01-14T16:47:48.872" v="9" actId="20577"/>
        <pc:sldMkLst>
          <pc:docMk/>
          <pc:sldMk cId="546937122" sldId="728"/>
        </pc:sldMkLst>
      </pc:sldChg>
      <pc:sldChg chg="modSp">
        <pc:chgData name="Sheikhzada, Ahmad (jus2yw)" userId="S::jus2yw@virginia.edu::a29e2e50-68d1-40e8-944f-6fa041707bee" providerId="AD" clId="Web-{6726E0A9-D8D0-1B08-C9EC-D776C6CBE764}" dt="2025-01-14T16:52:52.622" v="29" actId="20577"/>
        <pc:sldMkLst>
          <pc:docMk/>
          <pc:sldMk cId="2002016789" sldId="729"/>
        </pc:sldMkLst>
      </pc:sldChg>
    </pc:docChg>
  </pc:docChgLst>
  <pc:docChgLst>
    <pc:chgData name="Duy, Camden Michael (cmd7ag)" userId="S::cmd7ag@virginia.edu::556851f8-6ce2-4201-8ba2-103b104160fe" providerId="AD" clId="Web-{71FBF15E-AAF8-B918-FDE4-0B20A4D8A23C}"/>
    <pc:docChg chg="delSld modSection">
      <pc:chgData name="Duy, Camden Michael (cmd7ag)" userId="S::cmd7ag@virginia.edu::556851f8-6ce2-4201-8ba2-103b104160fe" providerId="AD" clId="Web-{71FBF15E-AAF8-B918-FDE4-0B20A4D8A23C}" dt="2025-01-07T14:21:21.476" v="0"/>
      <pc:docMkLst>
        <pc:docMk/>
      </pc:docMkLst>
      <pc:sldChg chg="del">
        <pc:chgData name="Duy, Camden Michael (cmd7ag)" userId="S::cmd7ag@virginia.edu::556851f8-6ce2-4201-8ba2-103b104160fe" providerId="AD" clId="Web-{71FBF15E-AAF8-B918-FDE4-0B20A4D8A23C}" dt="2025-01-07T14:21:21.476" v="0"/>
        <pc:sldMkLst>
          <pc:docMk/>
          <pc:sldMk cId="3639166066" sldId="274"/>
        </pc:sldMkLst>
      </pc:sldChg>
    </pc:docChg>
  </pc:docChgLst>
  <pc:docChgLst>
    <pc:chgData name="Siller, Karsten H (khs3z)" userId="S::khs3z@virginia.edu::df8ca5ff-c32a-47ba-9ffc-0644f754680a" providerId="AD" clId="Web-{5B6DC232-2113-1467-D7B5-277D66AD9AA8}"/>
    <pc:docChg chg="mod">
      <pc:chgData name="Siller, Karsten H (khs3z)" userId="S::khs3z@virginia.edu::df8ca5ff-c32a-47ba-9ffc-0644f754680a" providerId="AD" clId="Web-{5B6DC232-2113-1467-D7B5-277D66AD9AA8}" dt="2025-01-15T21:56:07.175" v="0"/>
      <pc:docMkLst>
        <pc:docMk/>
      </pc:docMkLst>
    </pc:docChg>
  </pc:docChgLst>
  <pc:docChgLst>
    <pc:chgData name="Duy, Camden Michael (cmd7ag)" userId="S::cmd7ag@virginia.edu::556851f8-6ce2-4201-8ba2-103b104160fe" providerId="AD" clId="Web-{8B88F4A8-8635-026D-17C8-D91BF73B547E}"/>
    <pc:docChg chg="modSld">
      <pc:chgData name="Duy, Camden Michael (cmd7ag)" userId="S::cmd7ag@virginia.edu::556851f8-6ce2-4201-8ba2-103b104160fe" providerId="AD" clId="Web-{8B88F4A8-8635-026D-17C8-D91BF73B547E}" dt="2025-01-16T18:31:59.415" v="52" actId="20577"/>
      <pc:docMkLst>
        <pc:docMk/>
      </pc:docMkLst>
      <pc:sldChg chg="modSp">
        <pc:chgData name="Duy, Camden Michael (cmd7ag)" userId="S::cmd7ag@virginia.edu::556851f8-6ce2-4201-8ba2-103b104160fe" providerId="AD" clId="Web-{8B88F4A8-8635-026D-17C8-D91BF73B547E}" dt="2025-01-16T18:28:43.639" v="3" actId="20577"/>
        <pc:sldMkLst>
          <pc:docMk/>
          <pc:sldMk cId="2988356672" sldId="660"/>
        </pc:sldMkLst>
      </pc:sldChg>
      <pc:sldChg chg="modSp">
        <pc:chgData name="Duy, Camden Michael (cmd7ag)" userId="S::cmd7ag@virginia.edu::556851f8-6ce2-4201-8ba2-103b104160fe" providerId="AD" clId="Web-{8B88F4A8-8635-026D-17C8-D91BF73B547E}" dt="2025-01-16T18:29:09.203" v="5" actId="20577"/>
        <pc:sldMkLst>
          <pc:docMk/>
          <pc:sldMk cId="1564575063" sldId="665"/>
        </pc:sldMkLst>
      </pc:sldChg>
      <pc:sldChg chg="modSp">
        <pc:chgData name="Duy, Camden Michael (cmd7ag)" userId="S::cmd7ag@virginia.edu::556851f8-6ce2-4201-8ba2-103b104160fe" providerId="AD" clId="Web-{8B88F4A8-8635-026D-17C8-D91BF73B547E}" dt="2025-01-16T18:31:40.117" v="50" actId="20577"/>
        <pc:sldMkLst>
          <pc:docMk/>
          <pc:sldMk cId="2863435505" sldId="667"/>
        </pc:sldMkLst>
      </pc:sldChg>
      <pc:sldChg chg="modSp">
        <pc:chgData name="Duy, Camden Michael (cmd7ag)" userId="S::cmd7ag@virginia.edu::556851f8-6ce2-4201-8ba2-103b104160fe" providerId="AD" clId="Web-{8B88F4A8-8635-026D-17C8-D91BF73B547E}" dt="2025-01-16T18:31:59.415" v="52" actId="20577"/>
        <pc:sldMkLst>
          <pc:docMk/>
          <pc:sldMk cId="2740054843" sldId="668"/>
        </pc:sldMkLst>
      </pc:sldChg>
      <pc:sldChg chg="modSp">
        <pc:chgData name="Duy, Camden Michael (cmd7ag)" userId="S::cmd7ag@virginia.edu::556851f8-6ce2-4201-8ba2-103b104160fe" providerId="AD" clId="Web-{8B88F4A8-8635-026D-17C8-D91BF73B547E}" dt="2025-01-16T18:28:32.998" v="1" actId="20577"/>
        <pc:sldMkLst>
          <pc:docMk/>
          <pc:sldMk cId="2002016789" sldId="729"/>
        </pc:sldMkLst>
      </pc:sldChg>
      <pc:sldChg chg="modSp">
        <pc:chgData name="Duy, Camden Michael (cmd7ag)" userId="S::cmd7ag@virginia.edu::556851f8-6ce2-4201-8ba2-103b104160fe" providerId="AD" clId="Web-{8B88F4A8-8635-026D-17C8-D91BF73B547E}" dt="2025-01-16T18:29:28.064" v="7" actId="20577"/>
        <pc:sldMkLst>
          <pc:docMk/>
          <pc:sldMk cId="2155054824" sldId="732"/>
        </pc:sldMkLst>
      </pc:sldChg>
      <pc:sldChg chg="modSp">
        <pc:chgData name="Duy, Camden Michael (cmd7ag)" userId="S::cmd7ag@virginia.edu::556851f8-6ce2-4201-8ba2-103b104160fe" providerId="AD" clId="Web-{8B88F4A8-8635-026D-17C8-D91BF73B547E}" dt="2025-01-16T18:30:04.972" v="9" actId="20577"/>
        <pc:sldMkLst>
          <pc:docMk/>
          <pc:sldMk cId="747632804" sldId="733"/>
        </pc:sldMkLst>
      </pc:sldChg>
    </pc:docChg>
  </pc:docChgLst>
  <pc:docChgLst>
    <pc:chgData name="Duy, Camden Michael (cmd7ag)" userId="S::cmd7ag@virginia.edu::556851f8-6ce2-4201-8ba2-103b104160fe" providerId="AD" clId="Web-{2ADF1BBA-4AB8-E83B-ACA7-A3761E45E0EE}"/>
    <pc:docChg chg="addSld modSld sldOrd addSection modSection">
      <pc:chgData name="Duy, Camden Michael (cmd7ag)" userId="S::cmd7ag@virginia.edu::556851f8-6ce2-4201-8ba2-103b104160fe" providerId="AD" clId="Web-{2ADF1BBA-4AB8-E83B-ACA7-A3761E45E0EE}" dt="2025-08-20T17:14:33.780" v="1039"/>
      <pc:docMkLst>
        <pc:docMk/>
      </pc:docMkLst>
      <pc:sldChg chg="modSp modCm">
        <pc:chgData name="Duy, Camden Michael (cmd7ag)" userId="S::cmd7ag@virginia.edu::556851f8-6ce2-4201-8ba2-103b104160fe" providerId="AD" clId="Web-{2ADF1BBA-4AB8-E83B-ACA7-A3761E45E0EE}" dt="2025-08-20T15:06:44.846" v="314" actId="20577"/>
        <pc:sldMkLst>
          <pc:docMk/>
          <pc:sldMk cId="3155551211" sldId="633"/>
        </pc:sldMkLst>
        <pc:spChg chg="mod">
          <ac:chgData name="Duy, Camden Michael (cmd7ag)" userId="S::cmd7ag@virginia.edu::556851f8-6ce2-4201-8ba2-103b104160fe" providerId="AD" clId="Web-{2ADF1BBA-4AB8-E83B-ACA7-A3761E45E0EE}" dt="2025-08-20T15:06:44.846" v="314" actId="20577"/>
          <ac:spMkLst>
            <pc:docMk/>
            <pc:sldMk cId="3155551211" sldId="633"/>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Duy, Camden Michael (cmd7ag)" userId="S::cmd7ag@virginia.edu::556851f8-6ce2-4201-8ba2-103b104160fe" providerId="AD" clId="Web-{2ADF1BBA-4AB8-E83B-ACA7-A3761E45E0EE}" dt="2025-08-20T15:06:44.846" v="314" actId="20577"/>
              <pc2:cmMkLst xmlns:pc2="http://schemas.microsoft.com/office/powerpoint/2019/9/main/command">
                <pc:docMk/>
                <pc:sldMk cId="3155551211" sldId="633"/>
                <pc2:cmMk id="{6E662653-180D-47F0-B48A-87D526C0D01E}"/>
              </pc2:cmMkLst>
            </pc226:cmChg>
          </p:ext>
        </pc:extLst>
      </pc:sldChg>
      <pc:sldChg chg="modSp modCm">
        <pc:chgData name="Duy, Camden Michael (cmd7ag)" userId="S::cmd7ag@virginia.edu::556851f8-6ce2-4201-8ba2-103b104160fe" providerId="AD" clId="Web-{2ADF1BBA-4AB8-E83B-ACA7-A3761E45E0EE}" dt="2025-08-20T15:06:49.925" v="323" actId="20577"/>
        <pc:sldMkLst>
          <pc:docMk/>
          <pc:sldMk cId="47141009" sldId="636"/>
        </pc:sldMkLst>
        <pc:spChg chg="mod">
          <ac:chgData name="Duy, Camden Michael (cmd7ag)" userId="S::cmd7ag@virginia.edu::556851f8-6ce2-4201-8ba2-103b104160fe" providerId="AD" clId="Web-{2ADF1BBA-4AB8-E83B-ACA7-A3761E45E0EE}" dt="2025-08-20T15:06:49.925" v="323" actId="20577"/>
          <ac:spMkLst>
            <pc:docMk/>
            <pc:sldMk cId="47141009" sldId="636"/>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Duy, Camden Michael (cmd7ag)" userId="S::cmd7ag@virginia.edu::556851f8-6ce2-4201-8ba2-103b104160fe" providerId="AD" clId="Web-{2ADF1BBA-4AB8-E83B-ACA7-A3761E45E0EE}" dt="2025-08-20T15:06:49.925" v="323" actId="20577"/>
              <pc2:cmMkLst xmlns:pc2="http://schemas.microsoft.com/office/powerpoint/2019/9/main/command">
                <pc:docMk/>
                <pc:sldMk cId="47141009" sldId="636"/>
                <pc2:cmMk id="{D6232305-7D55-48B7-BC39-9C22272E4C86}"/>
              </pc2:cmMkLst>
            </pc226:cmChg>
          </p:ext>
        </pc:extLst>
      </pc:sldChg>
      <pc:sldChg chg="modSp modCm">
        <pc:chgData name="Duy, Camden Michael (cmd7ag)" userId="S::cmd7ag@virginia.edu::556851f8-6ce2-4201-8ba2-103b104160fe" providerId="AD" clId="Web-{2ADF1BBA-4AB8-E83B-ACA7-A3761E45E0EE}" dt="2025-08-20T15:02:25.435" v="305" actId="20577"/>
        <pc:sldMkLst>
          <pc:docMk/>
          <pc:sldMk cId="1251091028" sldId="640"/>
        </pc:sldMkLst>
        <pc:spChg chg="mod">
          <ac:chgData name="Duy, Camden Michael (cmd7ag)" userId="S::cmd7ag@virginia.edu::556851f8-6ce2-4201-8ba2-103b104160fe" providerId="AD" clId="Web-{2ADF1BBA-4AB8-E83B-ACA7-A3761E45E0EE}" dt="2025-08-20T15:02:25.435" v="305" actId="20577"/>
          <ac:spMkLst>
            <pc:docMk/>
            <pc:sldMk cId="1251091028" sldId="640"/>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Duy, Camden Michael (cmd7ag)" userId="S::cmd7ag@virginia.edu::556851f8-6ce2-4201-8ba2-103b104160fe" providerId="AD" clId="Web-{2ADF1BBA-4AB8-E83B-ACA7-A3761E45E0EE}" dt="2025-08-20T15:02:15.654" v="304" actId="20577"/>
              <pc2:cmMkLst xmlns:pc2="http://schemas.microsoft.com/office/powerpoint/2019/9/main/command">
                <pc:docMk/>
                <pc:sldMk cId="1251091028" sldId="640"/>
                <pc2:cmMk id="{86F3A21C-2613-48C6-BA94-073C693624A3}"/>
              </pc2:cmMkLst>
            </pc226:cmChg>
          </p:ext>
        </pc:extLst>
      </pc:sldChg>
      <pc:sldChg chg="ord">
        <pc:chgData name="Duy, Camden Michael (cmd7ag)" userId="S::cmd7ag@virginia.edu::556851f8-6ce2-4201-8ba2-103b104160fe" providerId="AD" clId="Web-{2ADF1BBA-4AB8-E83B-ACA7-A3761E45E0EE}" dt="2025-08-20T15:33:07.330" v="914"/>
        <pc:sldMkLst>
          <pc:docMk/>
          <pc:sldMk cId="1842833189" sldId="644"/>
        </pc:sldMkLst>
      </pc:sldChg>
      <pc:sldChg chg="modSp modCm">
        <pc:chgData name="Duy, Camden Michael (cmd7ag)" userId="S::cmd7ag@virginia.edu::556851f8-6ce2-4201-8ba2-103b104160fe" providerId="AD" clId="Web-{2ADF1BBA-4AB8-E83B-ACA7-A3761E45E0EE}" dt="2025-08-20T15:00:24.598" v="260" actId="20577"/>
        <pc:sldMkLst>
          <pc:docMk/>
          <pc:sldMk cId="1532817387" sldId="647"/>
        </pc:sldMkLst>
        <pc:spChg chg="mod">
          <ac:chgData name="Duy, Camden Michael (cmd7ag)" userId="S::cmd7ag@virginia.edu::556851f8-6ce2-4201-8ba2-103b104160fe" providerId="AD" clId="Web-{2ADF1BBA-4AB8-E83B-ACA7-A3761E45E0EE}" dt="2025-08-20T15:00:24.598" v="260" actId="20577"/>
          <ac:spMkLst>
            <pc:docMk/>
            <pc:sldMk cId="1532817387" sldId="64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Duy, Camden Michael (cmd7ag)" userId="S::cmd7ag@virginia.edu::556851f8-6ce2-4201-8ba2-103b104160fe" providerId="AD" clId="Web-{2ADF1BBA-4AB8-E83B-ACA7-A3761E45E0EE}" dt="2025-08-20T15:00:15.581" v="246" actId="20577"/>
              <pc2:cmMkLst xmlns:pc2="http://schemas.microsoft.com/office/powerpoint/2019/9/main/command">
                <pc:docMk/>
                <pc:sldMk cId="1532817387" sldId="647"/>
                <pc2:cmMk id="{F6DA307E-25D7-4F92-971E-7B9416F88C43}"/>
              </pc2:cmMkLst>
            </pc226:cmChg>
            <pc226:cmChg xmlns:pc226="http://schemas.microsoft.com/office/powerpoint/2022/06/main/command" chg="mod">
              <pc226:chgData name="Duy, Camden Michael (cmd7ag)" userId="S::cmd7ag@virginia.edu::556851f8-6ce2-4201-8ba2-103b104160fe" providerId="AD" clId="Web-{2ADF1BBA-4AB8-E83B-ACA7-A3761E45E0EE}" dt="2025-08-20T15:00:19.113" v="259" actId="20577"/>
              <pc2:cmMkLst xmlns:pc2="http://schemas.microsoft.com/office/powerpoint/2019/9/main/command">
                <pc:docMk/>
                <pc:sldMk cId="1532817387" sldId="647"/>
                <pc2:cmMk id="{2947A97F-FFA6-46EF-B644-ECAB621026CB}"/>
              </pc2:cmMkLst>
            </pc226:cmChg>
          </p:ext>
        </pc:extLst>
      </pc:sldChg>
      <pc:sldChg chg="modSp modCm">
        <pc:chgData name="Duy, Camden Michael (cmd7ag)" userId="S::cmd7ag@virginia.edu::556851f8-6ce2-4201-8ba2-103b104160fe" providerId="AD" clId="Web-{2ADF1BBA-4AB8-E83B-ACA7-A3761E45E0EE}" dt="2025-08-20T14:55:09.792" v="194" actId="20577"/>
        <pc:sldMkLst>
          <pc:docMk/>
          <pc:sldMk cId="4259225808" sldId="650"/>
        </pc:sldMkLst>
        <pc:spChg chg="mod">
          <ac:chgData name="Duy, Camden Michael (cmd7ag)" userId="S::cmd7ag@virginia.edu::556851f8-6ce2-4201-8ba2-103b104160fe" providerId="AD" clId="Web-{2ADF1BBA-4AB8-E83B-ACA7-A3761E45E0EE}" dt="2025-08-20T14:54:53.916" v="169" actId="20577"/>
          <ac:spMkLst>
            <pc:docMk/>
            <pc:sldMk cId="4259225808" sldId="650"/>
            <ac:spMk id="2" creationId="{00000000-0000-0000-0000-000000000000}"/>
          </ac:spMkLst>
        </pc:spChg>
        <pc:spChg chg="mod">
          <ac:chgData name="Duy, Camden Michael (cmd7ag)" userId="S::cmd7ag@virginia.edu::556851f8-6ce2-4201-8ba2-103b104160fe" providerId="AD" clId="Web-{2ADF1BBA-4AB8-E83B-ACA7-A3761E45E0EE}" dt="2025-08-20T14:55:09.792" v="194" actId="20577"/>
          <ac:spMkLst>
            <pc:docMk/>
            <pc:sldMk cId="4259225808" sldId="650"/>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Duy, Camden Michael (cmd7ag)" userId="S::cmd7ag@virginia.edu::556851f8-6ce2-4201-8ba2-103b104160fe" providerId="AD" clId="Web-{2ADF1BBA-4AB8-E83B-ACA7-A3761E45E0EE}" dt="2025-08-20T14:54:52.165" v="168" actId="20577"/>
              <pc2:cmMkLst xmlns:pc2="http://schemas.microsoft.com/office/powerpoint/2019/9/main/command">
                <pc:docMk/>
                <pc:sldMk cId="4259225808" sldId="650"/>
                <pc2:cmMk id="{6E56E814-0E8F-490D-8F53-7CCB653DBB15}"/>
              </pc2:cmMkLst>
            </pc226:cmChg>
          </p:ext>
        </pc:extLst>
      </pc:sldChg>
      <pc:sldChg chg="modSp ord">
        <pc:chgData name="Duy, Camden Michael (cmd7ag)" userId="S::cmd7ag@virginia.edu::556851f8-6ce2-4201-8ba2-103b104160fe" providerId="AD" clId="Web-{2ADF1BBA-4AB8-E83B-ACA7-A3761E45E0EE}" dt="2025-08-20T15:38:22.308" v="1017" actId="20577"/>
        <pc:sldMkLst>
          <pc:docMk/>
          <pc:sldMk cId="1783429098" sldId="651"/>
        </pc:sldMkLst>
        <pc:spChg chg="mod">
          <ac:chgData name="Duy, Camden Michael (cmd7ag)" userId="S::cmd7ag@virginia.edu::556851f8-6ce2-4201-8ba2-103b104160fe" providerId="AD" clId="Web-{2ADF1BBA-4AB8-E83B-ACA7-A3761E45E0EE}" dt="2025-08-20T15:37:40.414" v="1004" actId="20577"/>
          <ac:spMkLst>
            <pc:docMk/>
            <pc:sldMk cId="1783429098" sldId="651"/>
            <ac:spMk id="2" creationId="{00000000-0000-0000-0000-000000000000}"/>
          </ac:spMkLst>
        </pc:spChg>
        <pc:spChg chg="mod">
          <ac:chgData name="Duy, Camden Michael (cmd7ag)" userId="S::cmd7ag@virginia.edu::556851f8-6ce2-4201-8ba2-103b104160fe" providerId="AD" clId="Web-{2ADF1BBA-4AB8-E83B-ACA7-A3761E45E0EE}" dt="2025-08-20T15:38:22.308" v="1017" actId="20577"/>
          <ac:spMkLst>
            <pc:docMk/>
            <pc:sldMk cId="1783429098" sldId="651"/>
            <ac:spMk id="3" creationId="{00000000-0000-0000-0000-000000000000}"/>
          </ac:spMkLst>
        </pc:spChg>
      </pc:sldChg>
      <pc:sldChg chg="ord">
        <pc:chgData name="Duy, Camden Michael (cmd7ag)" userId="S::cmd7ag@virginia.edu::556851f8-6ce2-4201-8ba2-103b104160fe" providerId="AD" clId="Web-{2ADF1BBA-4AB8-E83B-ACA7-A3761E45E0EE}" dt="2025-08-20T15:25:13.387" v="391"/>
        <pc:sldMkLst>
          <pc:docMk/>
          <pc:sldMk cId="2556091822" sldId="652"/>
        </pc:sldMkLst>
      </pc:sldChg>
      <pc:sldChg chg="modSp">
        <pc:chgData name="Duy, Camden Michael (cmd7ag)" userId="S::cmd7ag@virginia.edu::556851f8-6ce2-4201-8ba2-103b104160fe" providerId="AD" clId="Web-{2ADF1BBA-4AB8-E83B-ACA7-A3761E45E0EE}" dt="2025-08-20T14:53:52.192" v="157" actId="20577"/>
        <pc:sldMkLst>
          <pc:docMk/>
          <pc:sldMk cId="1658294622" sldId="737"/>
        </pc:sldMkLst>
        <pc:spChg chg="mod">
          <ac:chgData name="Duy, Camden Michael (cmd7ag)" userId="S::cmd7ag@virginia.edu::556851f8-6ce2-4201-8ba2-103b104160fe" providerId="AD" clId="Web-{2ADF1BBA-4AB8-E83B-ACA7-A3761E45E0EE}" dt="2025-08-20T14:53:52.192" v="157" actId="20577"/>
          <ac:spMkLst>
            <pc:docMk/>
            <pc:sldMk cId="1658294622" sldId="737"/>
            <ac:spMk id="3" creationId="{ACBBAF03-7F79-ACDE-58A6-8C939E90DAD0}"/>
          </ac:spMkLst>
        </pc:spChg>
      </pc:sldChg>
      <pc:sldChg chg="modSp">
        <pc:chgData name="Duy, Camden Michael (cmd7ag)" userId="S::cmd7ag@virginia.edu::556851f8-6ce2-4201-8ba2-103b104160fe" providerId="AD" clId="Web-{2ADF1BBA-4AB8-E83B-ACA7-A3761E45E0EE}" dt="2025-08-20T15:22:03.731" v="351" actId="20577"/>
        <pc:sldMkLst>
          <pc:docMk/>
          <pc:sldMk cId="3851572275" sldId="738"/>
        </pc:sldMkLst>
        <pc:spChg chg="mod">
          <ac:chgData name="Duy, Camden Michael (cmd7ag)" userId="S::cmd7ag@virginia.edu::556851f8-6ce2-4201-8ba2-103b104160fe" providerId="AD" clId="Web-{2ADF1BBA-4AB8-E83B-ACA7-A3761E45E0EE}" dt="2025-08-20T15:22:03.731" v="351" actId="20577"/>
          <ac:spMkLst>
            <pc:docMk/>
            <pc:sldMk cId="3851572275" sldId="738"/>
            <ac:spMk id="3" creationId="{F948E8BE-5E56-FDF4-25FA-50BABC1010BE}"/>
          </ac:spMkLst>
        </pc:spChg>
      </pc:sldChg>
      <pc:sldChg chg="modSp">
        <pc:chgData name="Duy, Camden Michael (cmd7ag)" userId="S::cmd7ag@virginia.edu::556851f8-6ce2-4201-8ba2-103b104160fe" providerId="AD" clId="Web-{2ADF1BBA-4AB8-E83B-ACA7-A3761E45E0EE}" dt="2025-08-20T16:02:01.701" v="1038" actId="20577"/>
        <pc:sldMkLst>
          <pc:docMk/>
          <pc:sldMk cId="1006217779" sldId="741"/>
        </pc:sldMkLst>
        <pc:spChg chg="mod">
          <ac:chgData name="Duy, Camden Michael (cmd7ag)" userId="S::cmd7ag@virginia.edu::556851f8-6ce2-4201-8ba2-103b104160fe" providerId="AD" clId="Web-{2ADF1BBA-4AB8-E83B-ACA7-A3761E45E0EE}" dt="2025-08-20T16:02:01.701" v="1038" actId="20577"/>
          <ac:spMkLst>
            <pc:docMk/>
            <pc:sldMk cId="1006217779" sldId="741"/>
            <ac:spMk id="3" creationId="{F031465D-4496-8D7B-460A-C78290C17AAE}"/>
          </ac:spMkLst>
        </pc:spChg>
      </pc:sldChg>
      <pc:sldChg chg="addSp modSp">
        <pc:chgData name="Duy, Camden Michael (cmd7ag)" userId="S::cmd7ag@virginia.edu::556851f8-6ce2-4201-8ba2-103b104160fe" providerId="AD" clId="Web-{2ADF1BBA-4AB8-E83B-ACA7-A3761E45E0EE}" dt="2025-08-20T15:09:58.315" v="329" actId="1076"/>
        <pc:sldMkLst>
          <pc:docMk/>
          <pc:sldMk cId="591668695" sldId="742"/>
        </pc:sldMkLst>
        <pc:spChg chg="mod">
          <ac:chgData name="Duy, Camden Michael (cmd7ag)" userId="S::cmd7ag@virginia.edu::556851f8-6ce2-4201-8ba2-103b104160fe" providerId="AD" clId="Web-{2ADF1BBA-4AB8-E83B-ACA7-A3761E45E0EE}" dt="2025-08-20T14:56:51.565" v="217" actId="20577"/>
          <ac:spMkLst>
            <pc:docMk/>
            <pc:sldMk cId="591668695" sldId="742"/>
            <ac:spMk id="2" creationId="{933B4ED2-3762-7A1E-EDC1-60A877926A6C}"/>
          </ac:spMkLst>
        </pc:spChg>
        <pc:spChg chg="mod">
          <ac:chgData name="Duy, Camden Michael (cmd7ag)" userId="S::cmd7ag@virginia.edu::556851f8-6ce2-4201-8ba2-103b104160fe" providerId="AD" clId="Web-{2ADF1BBA-4AB8-E83B-ACA7-A3761E45E0EE}" dt="2025-08-20T14:56:57.925" v="221" actId="20577"/>
          <ac:spMkLst>
            <pc:docMk/>
            <pc:sldMk cId="591668695" sldId="742"/>
            <ac:spMk id="3" creationId="{D1967872-81D7-6283-0DFF-BF59E1B78565}"/>
          </ac:spMkLst>
        </pc:spChg>
        <pc:picChg chg="add mod modCrop">
          <ac:chgData name="Duy, Camden Michael (cmd7ag)" userId="S::cmd7ag@virginia.edu::556851f8-6ce2-4201-8ba2-103b104160fe" providerId="AD" clId="Web-{2ADF1BBA-4AB8-E83B-ACA7-A3761E45E0EE}" dt="2025-08-20T15:09:58.315" v="329" actId="1076"/>
          <ac:picMkLst>
            <pc:docMk/>
            <pc:sldMk cId="591668695" sldId="742"/>
            <ac:picMk id="4" creationId="{D5314E56-5116-59EB-00B1-1F46BC1A1FA2}"/>
          </ac:picMkLst>
        </pc:picChg>
      </pc:sldChg>
      <pc:sldChg chg="modSp">
        <pc:chgData name="Duy, Camden Michael (cmd7ag)" userId="S::cmd7ag@virginia.edu::556851f8-6ce2-4201-8ba2-103b104160fe" providerId="AD" clId="Web-{2ADF1BBA-4AB8-E83B-ACA7-A3761E45E0EE}" dt="2025-08-20T14:56:32.205" v="211" actId="20577"/>
        <pc:sldMkLst>
          <pc:docMk/>
          <pc:sldMk cId="4234239820" sldId="743"/>
        </pc:sldMkLst>
        <pc:spChg chg="mod">
          <ac:chgData name="Duy, Camden Michael (cmd7ag)" userId="S::cmd7ag@virginia.edu::556851f8-6ce2-4201-8ba2-103b104160fe" providerId="AD" clId="Web-{2ADF1BBA-4AB8-E83B-ACA7-A3761E45E0EE}" dt="2025-08-20T14:55:29.246" v="199" actId="20577"/>
          <ac:spMkLst>
            <pc:docMk/>
            <pc:sldMk cId="4234239820" sldId="743"/>
            <ac:spMk id="2" creationId="{AD9D511D-FC21-F665-D607-BC26701D4178}"/>
          </ac:spMkLst>
        </pc:spChg>
        <pc:spChg chg="mod">
          <ac:chgData name="Duy, Camden Michael (cmd7ag)" userId="S::cmd7ag@virginia.edu::556851f8-6ce2-4201-8ba2-103b104160fe" providerId="AD" clId="Web-{2ADF1BBA-4AB8-E83B-ACA7-A3761E45E0EE}" dt="2025-08-20T14:56:32.205" v="211" actId="20577"/>
          <ac:spMkLst>
            <pc:docMk/>
            <pc:sldMk cId="4234239820" sldId="743"/>
            <ac:spMk id="3" creationId="{CC4D06AB-7EAA-6930-4940-5617B1173F74}"/>
          </ac:spMkLst>
        </pc:spChg>
      </pc:sldChg>
      <pc:sldChg chg="addSp modSp add replId">
        <pc:chgData name="Duy, Camden Michael (cmd7ag)" userId="S::cmd7ag@virginia.edu::556851f8-6ce2-4201-8ba2-103b104160fe" providerId="AD" clId="Web-{2ADF1BBA-4AB8-E83B-ACA7-A3761E45E0EE}" dt="2025-08-20T16:01:26.042" v="1020" actId="14100"/>
        <pc:sldMkLst>
          <pc:docMk/>
          <pc:sldMk cId="2101977393" sldId="744"/>
        </pc:sldMkLst>
        <pc:spChg chg="mod">
          <ac:chgData name="Duy, Camden Michael (cmd7ag)" userId="S::cmd7ag@virginia.edu::556851f8-6ce2-4201-8ba2-103b104160fe" providerId="AD" clId="Web-{2ADF1BBA-4AB8-E83B-ACA7-A3761E45E0EE}" dt="2025-08-20T15:10:37.115" v="342" actId="20577"/>
          <ac:spMkLst>
            <pc:docMk/>
            <pc:sldMk cId="2101977393" sldId="744"/>
            <ac:spMk id="3" creationId="{31077E98-2930-74B0-FD31-6FA56CA82FE6}"/>
          </ac:spMkLst>
        </pc:spChg>
        <pc:picChg chg="add mod modCrop">
          <ac:chgData name="Duy, Camden Michael (cmd7ag)" userId="S::cmd7ag@virginia.edu::556851f8-6ce2-4201-8ba2-103b104160fe" providerId="AD" clId="Web-{2ADF1BBA-4AB8-E83B-ACA7-A3761E45E0EE}" dt="2025-08-20T16:01:26.042" v="1020" actId="14100"/>
          <ac:picMkLst>
            <pc:docMk/>
            <pc:sldMk cId="2101977393" sldId="744"/>
            <ac:picMk id="4" creationId="{55984E4D-1292-F28F-CDC1-DC84BC8AF03F}"/>
          </ac:picMkLst>
        </pc:picChg>
      </pc:sldChg>
      <pc:sldChg chg="modSp add ord replId">
        <pc:chgData name="Duy, Camden Michael (cmd7ag)" userId="S::cmd7ag@virginia.edu::556851f8-6ce2-4201-8ba2-103b104160fe" providerId="AD" clId="Web-{2ADF1BBA-4AB8-E83B-ACA7-A3761E45E0EE}" dt="2025-08-20T15:37:31.804" v="1003" actId="20577"/>
        <pc:sldMkLst>
          <pc:docMk/>
          <pc:sldMk cId="2581333212" sldId="745"/>
        </pc:sldMkLst>
        <pc:spChg chg="mod">
          <ac:chgData name="Duy, Camden Michael (cmd7ag)" userId="S::cmd7ag@virginia.edu::556851f8-6ce2-4201-8ba2-103b104160fe" providerId="AD" clId="Web-{2ADF1BBA-4AB8-E83B-ACA7-A3761E45E0EE}" dt="2025-08-20T15:25:27.544" v="399" actId="20577"/>
          <ac:spMkLst>
            <pc:docMk/>
            <pc:sldMk cId="2581333212" sldId="745"/>
            <ac:spMk id="2" creationId="{A1BEE113-E305-D5D9-814E-F6FADC98B995}"/>
          </ac:spMkLst>
        </pc:spChg>
        <pc:spChg chg="mod">
          <ac:chgData name="Duy, Camden Michael (cmd7ag)" userId="S::cmd7ag@virginia.edu::556851f8-6ce2-4201-8ba2-103b104160fe" providerId="AD" clId="Web-{2ADF1BBA-4AB8-E83B-ACA7-A3761E45E0EE}" dt="2025-08-20T15:37:31.804" v="1003" actId="20577"/>
          <ac:spMkLst>
            <pc:docMk/>
            <pc:sldMk cId="2581333212" sldId="745"/>
            <ac:spMk id="3" creationId="{5572C2D7-88E3-1D03-7819-12E944FCBBFD}"/>
          </ac:spMkLst>
        </pc:spChg>
      </pc:sldChg>
    </pc:docChg>
  </pc:docChgLst>
  <pc:docChgLst>
    <pc:chgData name="Sheikhzada, Ahmad (jus2yw)" userId="S::jus2yw@virginia.edu::a29e2e50-68d1-40e8-944f-6fa041707bee" providerId="AD" clId="Web-{B8AFD9EE-A9D0-CAED-2C7E-CF8767894391}"/>
    <pc:docChg chg="delSld modSld sldOrd modSection">
      <pc:chgData name="Sheikhzada, Ahmad (jus2yw)" userId="S::jus2yw@virginia.edu::a29e2e50-68d1-40e8-944f-6fa041707bee" providerId="AD" clId="Web-{B8AFD9EE-A9D0-CAED-2C7E-CF8767894391}" dt="2025-01-09T18:30:40.902" v="66" actId="20577"/>
      <pc:docMkLst>
        <pc:docMk/>
      </pc:docMkLst>
      <pc:sldChg chg="modSp">
        <pc:chgData name="Sheikhzada, Ahmad (jus2yw)" userId="S::jus2yw@virginia.edu::a29e2e50-68d1-40e8-944f-6fa041707bee" providerId="AD" clId="Web-{B8AFD9EE-A9D0-CAED-2C7E-CF8767894391}" dt="2025-01-09T18:25:46.598" v="54" actId="20577"/>
        <pc:sldMkLst>
          <pc:docMk/>
          <pc:sldMk cId="109857222" sldId="256"/>
        </pc:sldMkLst>
      </pc:sldChg>
      <pc:sldChg chg="modSp">
        <pc:chgData name="Sheikhzada, Ahmad (jus2yw)" userId="S::jus2yw@virginia.edu::a29e2e50-68d1-40e8-944f-6fa041707bee" providerId="AD" clId="Web-{B8AFD9EE-A9D0-CAED-2C7E-CF8767894391}" dt="2025-01-09T18:26:28.474" v="58" actId="20577"/>
        <pc:sldMkLst>
          <pc:docMk/>
          <pc:sldMk cId="1837560011" sldId="257"/>
        </pc:sldMkLst>
      </pc:sldChg>
      <pc:sldChg chg="modSp ord">
        <pc:chgData name="Sheikhzada, Ahmad (jus2yw)" userId="S::jus2yw@virginia.edu::a29e2e50-68d1-40e8-944f-6fa041707bee" providerId="AD" clId="Web-{B8AFD9EE-A9D0-CAED-2C7E-CF8767894391}" dt="2025-01-09T18:27:54.992" v="59"/>
        <pc:sldMkLst>
          <pc:docMk/>
          <pc:sldMk cId="3922138227" sldId="259"/>
        </pc:sldMkLst>
      </pc:sldChg>
      <pc:sldChg chg="modSp del">
        <pc:chgData name="Sheikhzada, Ahmad (jus2yw)" userId="S::jus2yw@virginia.edu::a29e2e50-68d1-40e8-944f-6fa041707bee" providerId="AD" clId="Web-{B8AFD9EE-A9D0-CAED-2C7E-CF8767894391}" dt="2025-01-09T18:23:28.923" v="19"/>
        <pc:sldMkLst>
          <pc:docMk/>
          <pc:sldMk cId="3073119245" sldId="260"/>
        </pc:sldMkLst>
      </pc:sldChg>
      <pc:sldChg chg="modSp ord">
        <pc:chgData name="Sheikhzada, Ahmad (jus2yw)" userId="S::jus2yw@virginia.edu::a29e2e50-68d1-40e8-944f-6fa041707bee" providerId="AD" clId="Web-{B8AFD9EE-A9D0-CAED-2C7E-CF8767894391}" dt="2025-01-09T18:30:40.902" v="66" actId="20577"/>
        <pc:sldMkLst>
          <pc:docMk/>
          <pc:sldMk cId="2373969971" sldId="263"/>
        </pc:sldMkLst>
      </pc:sldChg>
    </pc:docChg>
  </pc:docChgLst>
  <pc:docChgLst>
    <pc:chgData name="Orndorff, Paul B. (egg3xa)" userId="S::egg3xa@virginia.edu::bb260ba0-3f95-4dd5-bf82-f4952a983c80" providerId="AD" clId="Web-{11042AFC-5CEF-3A42-7A3D-899B3E49BEA4}"/>
    <pc:docChg chg="modSld">
      <pc:chgData name="Orndorff, Paul B. (egg3xa)" userId="S::egg3xa@virginia.edu::bb260ba0-3f95-4dd5-bf82-f4952a983c80" providerId="AD" clId="Web-{11042AFC-5CEF-3A42-7A3D-899B3E49BEA4}" dt="2025-01-16T18:03:21.300" v="42" actId="20577"/>
      <pc:docMkLst>
        <pc:docMk/>
      </pc:docMkLst>
      <pc:sldChg chg="modSp modCm">
        <pc:chgData name="Orndorff, Paul B. (egg3xa)" userId="S::egg3xa@virginia.edu::bb260ba0-3f95-4dd5-bf82-f4952a983c80" providerId="AD" clId="Web-{11042AFC-5CEF-3A42-7A3D-899B3E49BEA4}" dt="2025-01-16T17:13:01.614" v="3" actId="20577"/>
        <pc:sldMkLst>
          <pc:docMk/>
          <pc:sldMk cId="3155551211" sldId="633"/>
        </pc:sldMkLst>
        <pc:extLst>
          <p:ext xmlns:p="http://schemas.openxmlformats.org/presentationml/2006/main" uri="{D6D511B9-2390-475A-947B-AFAB55BFBCF1}">
            <pc226:cmChg xmlns:pc226="http://schemas.microsoft.com/office/powerpoint/2022/06/main/command" chg="mod">
              <pc226:chgData name="Orndorff, Paul B. (egg3xa)" userId="S::egg3xa@virginia.edu::bb260ba0-3f95-4dd5-bf82-f4952a983c80" providerId="AD" clId="Web-{11042AFC-5CEF-3A42-7A3D-899B3E49BEA4}" dt="2025-01-16T17:12:01.502" v="1" actId="20577"/>
              <pc2:cmMkLst xmlns:pc2="http://schemas.microsoft.com/office/powerpoint/2019/9/main/command">
                <pc:docMk/>
                <pc:sldMk cId="3155551211" sldId="633"/>
                <pc2:cmMk id="{6E662653-180D-47F0-B48A-87D526C0D01E}"/>
              </pc2:cmMkLst>
            </pc226:cmChg>
          </p:ext>
        </pc:extLst>
      </pc:sldChg>
      <pc:sldChg chg="modSp">
        <pc:chgData name="Orndorff, Paul B. (egg3xa)" userId="S::egg3xa@virginia.edu::bb260ba0-3f95-4dd5-bf82-f4952a983c80" providerId="AD" clId="Web-{11042AFC-5CEF-3A42-7A3D-899B3E49BEA4}" dt="2025-01-16T17:16:47.823" v="10" actId="14100"/>
        <pc:sldMkLst>
          <pc:docMk/>
          <pc:sldMk cId="2461103670" sldId="634"/>
        </pc:sldMkLst>
      </pc:sldChg>
      <pc:sldChg chg="modSp">
        <pc:chgData name="Orndorff, Paul B. (egg3xa)" userId="S::egg3xa@virginia.edu::bb260ba0-3f95-4dd5-bf82-f4952a983c80" providerId="AD" clId="Web-{11042AFC-5CEF-3A42-7A3D-899B3E49BEA4}" dt="2025-01-16T17:15:38.056" v="6" actId="20577"/>
        <pc:sldMkLst>
          <pc:docMk/>
          <pc:sldMk cId="3071774583" sldId="635"/>
        </pc:sldMkLst>
      </pc:sldChg>
      <pc:sldChg chg="modSp">
        <pc:chgData name="Orndorff, Paul B. (egg3xa)" userId="S::egg3xa@virginia.edu::bb260ba0-3f95-4dd5-bf82-f4952a983c80" providerId="AD" clId="Web-{11042AFC-5CEF-3A42-7A3D-899B3E49BEA4}" dt="2025-01-16T17:58:40.293" v="26" actId="20577"/>
        <pc:sldMkLst>
          <pc:docMk/>
          <pc:sldMk cId="47141009" sldId="636"/>
        </pc:sldMkLst>
      </pc:sldChg>
      <pc:sldChg chg="modSp">
        <pc:chgData name="Orndorff, Paul B. (egg3xa)" userId="S::egg3xa@virginia.edu::bb260ba0-3f95-4dd5-bf82-f4952a983c80" providerId="AD" clId="Web-{11042AFC-5CEF-3A42-7A3D-899B3E49BEA4}" dt="2025-01-16T17:59:48.748" v="30" actId="20577"/>
        <pc:sldMkLst>
          <pc:docMk/>
          <pc:sldMk cId="2706401425" sldId="639"/>
        </pc:sldMkLst>
      </pc:sldChg>
      <pc:sldChg chg="modSp">
        <pc:chgData name="Orndorff, Paul B. (egg3xa)" userId="S::egg3xa@virginia.edu::bb260ba0-3f95-4dd5-bf82-f4952a983c80" providerId="AD" clId="Web-{11042AFC-5CEF-3A42-7A3D-899B3E49BEA4}" dt="2025-01-16T18:00:33.672" v="32" actId="20577"/>
        <pc:sldMkLst>
          <pc:docMk/>
          <pc:sldMk cId="1570450503" sldId="643"/>
        </pc:sldMkLst>
      </pc:sldChg>
      <pc:sldChg chg="modSp">
        <pc:chgData name="Orndorff, Paul B. (egg3xa)" userId="S::egg3xa@virginia.edu::bb260ba0-3f95-4dd5-bf82-f4952a983c80" providerId="AD" clId="Web-{11042AFC-5CEF-3A42-7A3D-899B3E49BEA4}" dt="2025-01-16T18:00:53.062" v="34" actId="20577"/>
        <pc:sldMkLst>
          <pc:docMk/>
          <pc:sldMk cId="1842833189" sldId="644"/>
        </pc:sldMkLst>
      </pc:sldChg>
      <pc:sldChg chg="modSp">
        <pc:chgData name="Orndorff, Paul B. (egg3xa)" userId="S::egg3xa@virginia.edu::bb260ba0-3f95-4dd5-bf82-f4952a983c80" providerId="AD" clId="Web-{11042AFC-5CEF-3A42-7A3D-899B3E49BEA4}" dt="2025-01-16T18:01:38.282" v="38" actId="20577"/>
        <pc:sldMkLst>
          <pc:docMk/>
          <pc:sldMk cId="279195997" sldId="648"/>
        </pc:sldMkLst>
      </pc:sldChg>
      <pc:sldChg chg="modSp">
        <pc:chgData name="Orndorff, Paul B. (egg3xa)" userId="S::egg3xa@virginia.edu::bb260ba0-3f95-4dd5-bf82-f4952a983c80" providerId="AD" clId="Web-{11042AFC-5CEF-3A42-7A3D-899B3E49BEA4}" dt="2025-01-16T17:57:44.182" v="24"/>
        <pc:sldMkLst>
          <pc:docMk/>
          <pc:sldMk cId="4259225808" sldId="650"/>
        </pc:sldMkLst>
      </pc:sldChg>
      <pc:sldChg chg="modSp">
        <pc:chgData name="Orndorff, Paul B. (egg3xa)" userId="S::egg3xa@virginia.edu::bb260ba0-3f95-4dd5-bf82-f4952a983c80" providerId="AD" clId="Web-{11042AFC-5CEF-3A42-7A3D-899B3E49BEA4}" dt="2025-01-16T17:57:13.025" v="19" actId="20577"/>
        <pc:sldMkLst>
          <pc:docMk/>
          <pc:sldMk cId="1783429098" sldId="651"/>
        </pc:sldMkLst>
      </pc:sldChg>
      <pc:sldChg chg="modSp">
        <pc:chgData name="Orndorff, Paul B. (egg3xa)" userId="S::egg3xa@virginia.edu::bb260ba0-3f95-4dd5-bf82-f4952a983c80" providerId="AD" clId="Web-{11042AFC-5CEF-3A42-7A3D-899B3E49BEA4}" dt="2025-01-16T18:02:27.315" v="40" actId="20577"/>
        <pc:sldMkLst>
          <pc:docMk/>
          <pc:sldMk cId="2556091822" sldId="652"/>
        </pc:sldMkLst>
      </pc:sldChg>
      <pc:sldChg chg="modSp">
        <pc:chgData name="Orndorff, Paul B. (egg3xa)" userId="S::egg3xa@virginia.edu::bb260ba0-3f95-4dd5-bf82-f4952a983c80" providerId="AD" clId="Web-{11042AFC-5CEF-3A42-7A3D-899B3E49BEA4}" dt="2025-01-16T18:03:21.300" v="42" actId="20577"/>
        <pc:sldMkLst>
          <pc:docMk/>
          <pc:sldMk cId="4210930778" sldId="663"/>
        </pc:sldMkLst>
      </pc:sldChg>
      <pc:sldChg chg="modSp">
        <pc:chgData name="Orndorff, Paul B. (egg3xa)" userId="S::egg3xa@virginia.edu::bb260ba0-3f95-4dd5-bf82-f4952a983c80" providerId="AD" clId="Web-{11042AFC-5CEF-3A42-7A3D-899B3E49BEA4}" dt="2025-01-16T17:57:26.853" v="21" actId="20577"/>
        <pc:sldMkLst>
          <pc:docMk/>
          <pc:sldMk cId="546937122" sldId="728"/>
        </pc:sldMkLst>
      </pc:sldChg>
    </pc:docChg>
  </pc:docChgLst>
</pc:chgInfo>
</file>

<file path=ppt/comments/modernComment_2DE_DF7BDFA8.xml><?xml version="1.0" encoding="utf-8"?>
<p188:cmLst xmlns:a="http://schemas.openxmlformats.org/drawingml/2006/main" xmlns:r="http://schemas.openxmlformats.org/officeDocument/2006/relationships" xmlns:p188="http://schemas.microsoft.com/office/powerpoint/2018/8/main">
  <p188:cm id="{FB4D0D2F-C20F-4467-8DFB-203B32722437}" authorId="{27E90738-D67D-0D06-FABC-BF05DC4F7645}" status="resolved" created="2025-07-08T13:24:24.546" complete="100000">
    <pc:sldMkLst xmlns:pc="http://schemas.microsoft.com/office/powerpoint/2013/main/command">
      <pc:docMk/>
      <pc:sldMk cId="3749437352" sldId="734"/>
    </pc:sldMkLst>
    <p188:txBody>
      <a:bodyPr/>
      <a:lstStyle/>
      <a:p>
        <a:r>
          <a:rPr lang="en-US"/>
          <a:t>Section on using the Interactive Applications in OOD. Explain the process of filling out the resource request form using screenshots from the test VM. Model it after Intro to HPC, but be sure to cover any differences that may be.</a:t>
        </a:r>
      </a:p>
    </p188:txBody>
  </p188:cm>
</p188:cmLst>
</file>

<file path=ppt/comments/modernComment_2DF_C695C922.xml><?xml version="1.0" encoding="utf-8"?>
<p188:cmLst xmlns:a="http://schemas.openxmlformats.org/drawingml/2006/main" xmlns:r="http://schemas.openxmlformats.org/officeDocument/2006/relationships" xmlns:p188="http://schemas.microsoft.com/office/powerpoint/2018/8/main">
  <p188:cm id="{37924061-68C3-4812-B761-388E96BE2DAE}" authorId="{27E90738-D67D-0D06-FABC-BF05DC4F7645}" status="resolved" created="2025-07-08T13:25:43.205" complete="100000">
    <pc:sldMkLst xmlns:pc="http://schemas.microsoft.com/office/powerpoint/2013/main/command">
      <pc:docMk/>
      <pc:sldMk cId="3331705122" sldId="735"/>
    </pc:sldMkLst>
    <p188:txBody>
      <a:bodyPr/>
      <a:lstStyle/>
      <a:p>
        <a:r>
          <a:rPr lang="en-US"/>
          <a:t>Full Section on Open On Demand. Model it based on the Intro to HPC tutorial. Briefly go over each feature and how they are used.</a:t>
        </a:r>
      </a:p>
    </p188:txBody>
  </p188:cm>
</p188:cmLst>
</file>

<file path=ppt/comments/modernComment_2E1_62D7915E.xml><?xml version="1.0" encoding="utf-8"?>
<p188:cmLst xmlns:a="http://schemas.openxmlformats.org/drawingml/2006/main" xmlns:r="http://schemas.openxmlformats.org/officeDocument/2006/relationships" xmlns:p188="http://schemas.microsoft.com/office/powerpoint/2018/8/main">
  <p188:cm id="{CA604016-4FBC-46A8-9819-4711BD01CDAC}" authorId="{3129037B-447C-54CE-BCA5-B693D7B55C9F}" status="resolved" created="2025-08-20T14:41:15.118" complete="100000">
    <pc:sldMkLst xmlns:pc="http://schemas.microsoft.com/office/powerpoint/2013/main/command">
      <pc:docMk/>
      <pc:sldMk cId="1658294622" sldId="737"/>
    </pc:sldMkLst>
    <p188:txBody>
      <a:bodyPr/>
      <a:lstStyle/>
      <a:p>
        <a:r>
          <a:rPr lang="en-US"/>
          <a:t>Do we want to say something about how access via the clusters tab is similar to sshing from local machine. The fact that this type of access is essentially using their VM as a login node. Directly running anything interactively through shell is simply using VM resources, not Rio compute nodes... Doesn't need to be wordy, but it can simply explain that's how it works. Thoughts?</a:t>
        </a:r>
      </a:p>
    </p188:txBody>
    <p188:extLst>
      <p:ext xmlns:p="http://schemas.openxmlformats.org/presentationml/2006/main" uri="{57CB4572-C831-44C2-8A1C-0ADB6CCDFE69}">
        <p223:reactions xmlns:p223="http://schemas.microsoft.com/office/powerpoint/2022/03/main">
          <p223:rxn type="👍">
            <p223:instance time="2025-08-20T14:53:48.910" authorId="{27E90738-D67D-0D06-FABC-BF05DC4F7645}"/>
          </p223:rxn>
        </p223:reactions>
      </p:ext>
    </p188:extLst>
  </p188:cm>
</p188:cmLst>
</file>

<file path=ppt/comments/modernComment_2E4_A3EEA6D3.xml><?xml version="1.0" encoding="utf-8"?>
<p188:cmLst xmlns:a="http://schemas.openxmlformats.org/drawingml/2006/main" xmlns:r="http://schemas.openxmlformats.org/officeDocument/2006/relationships" xmlns:p188="http://schemas.microsoft.com/office/powerpoint/2018/8/main">
  <p188:cm id="{0E6AD7BB-75F0-428E-A239-361D0F7E449F}" authorId="{3129037B-447C-54CE-BCA5-B693D7B55C9F}" status="resolved" created="2025-08-20T14:44:25.298" complete="100000">
    <pc:sldMkLst xmlns:pc="http://schemas.microsoft.com/office/powerpoint/2013/main/command">
      <pc:docMk/>
      <pc:sldMk cId="2750326483" sldId="740"/>
    </pc:sldMkLst>
    <p188:replyLst>
      <p188:reply id="{427E4BEE-556A-451C-B7C3-B18585820A35}" authorId="{3129037B-447C-54CE-BCA5-B693D7B55C9F}" created="2025-08-20T14:45:55.020">
        <p188:txBody>
          <a:bodyPr/>
          <a:lstStyle/>
          <a:p>
            <a:r>
              <a:rPr lang="en-US"/>
              <a:t>Okay, I see you have a slide below describing it.. Do you think screenshots would be better to visualize an example? </a:t>
            </a:r>
          </a:p>
        </p188:txBody>
      </p188:reply>
    </p188:replyLst>
    <p188:txBody>
      <a:bodyPr/>
      <a:lstStyle/>
      <a:p>
        <a:r>
          <a:rPr lang="en-US"/>
          <a:t>Do we want to have a slide showing the pending/starting/running status in OOD? I believe that is in SSZ intro to hpc... Not sure if that should be included here. It should at least be mentioned incase users don't have access to SSZ hpc and don't already know the protocol....</a:t>
        </a:r>
      </a:p>
    </p188:txBody>
  </p188:cm>
</p188:cmLst>
</file>

<file path=ppt/comments/modernComment_27C_2CF5091.xml><?xml version="1.0" encoding="utf-8"?>
<p188:cmLst xmlns:a="http://schemas.openxmlformats.org/drawingml/2006/main" xmlns:r="http://schemas.openxmlformats.org/officeDocument/2006/relationships" xmlns:p188="http://schemas.microsoft.com/office/powerpoint/2018/8/main">
  <p188:cm id="{D6232305-7D55-48B7-BC39-9C22272E4C86}" authorId="{3129037B-447C-54CE-BCA5-B693D7B55C9F}" status="resolved" created="2025-08-20T14:21:24.922" complete="100000">
    <ac:txMkLst xmlns:ac="http://schemas.microsoft.com/office/drawing/2013/main/command">
      <pc:docMk xmlns:pc="http://schemas.microsoft.com/office/powerpoint/2013/main/command"/>
      <pc:sldMk xmlns:pc="http://schemas.microsoft.com/office/powerpoint/2013/main/command" cId="47141009" sldId="636"/>
      <ac:spMk id="3" creationId="{00000000-0000-0000-0000-000000000000}"/>
      <ac:txMk cp="608" len="2">
        <ac:context len="615" hash="723595644"/>
      </ac:txMk>
    </ac:txMkLst>
    <p188:pos x="6670523" y="4076095"/>
    <p188:txBody>
      <a:bodyPr/>
      <a:lstStyle/>
      <a:p>
        <a:r>
          <a:rPr lang="en-US"/>
          <a:t>Same idea as comment in slide 2</a:t>
        </a:r>
      </a:p>
    </p188:txBody>
  </p188:cm>
</p188:cmLst>
</file>

<file path=ppt/comments/modernComment_28A_FDDEA0D0.xml><?xml version="1.0" encoding="utf-8"?>
<p188:cmLst xmlns:a="http://schemas.openxmlformats.org/drawingml/2006/main" xmlns:r="http://schemas.openxmlformats.org/officeDocument/2006/relationships" xmlns:p188="http://schemas.microsoft.com/office/powerpoint/2018/8/main">
  <p188:cm id="{6E56E814-0E8F-490D-8F53-7CCB653DBB15}" authorId="{27E90738-D67D-0D06-FABC-BF05DC4F7645}" status="resolved" created="2025-07-08T13:22:23.900" complete="100000">
    <ac:txMkLst xmlns:ac="http://schemas.microsoft.com/office/drawing/2013/main/command">
      <pc:docMk xmlns:pc="http://schemas.microsoft.com/office/powerpoint/2013/main/command"/>
      <pc:sldMk xmlns:pc="http://schemas.microsoft.com/office/powerpoint/2013/main/command" cId="4259225808" sldId="650"/>
      <ac:spMk id="2" creationId="{00000000-0000-0000-0000-000000000000}"/>
      <ac:txMk cp="0" len="25">
        <ac:context len="38" hash="3292472587"/>
      </ac:txMk>
    </ac:txMkLst>
    <p188:pos x="7004538" y="195384"/>
    <p188:txBody>
      <a:bodyPr/>
      <a:lstStyle/>
      <a:p>
        <a:r>
          <a:rPr lang="en-US"/>
          <a:t>Slide can be kept, but needs to reflect new Interactive Desktop app since FastX on a login node is not available</a:t>
        </a:r>
      </a:p>
    </p188:txBody>
  </p188:cm>
  <p188:cm id="{6AC78B40-4129-4354-AA80-1606E9802813}" authorId="{3129037B-447C-54CE-BCA5-B693D7B55C9F}" status="resolved" created="2025-08-20T14:46:56.304" complete="100000">
    <pc:sldMkLst xmlns:pc="http://schemas.microsoft.com/office/powerpoint/2013/main/command">
      <pc:docMk/>
      <pc:sldMk cId="4259225808" sldId="650"/>
    </pc:sldMkLst>
    <p188:txBody>
      <a:bodyPr/>
      <a:lstStyle/>
      <a:p>
        <a:r>
          <a:rPr lang="en-US"/>
          <a:t>FastX no longer will exist.. Users will likely have to use OOD Desktop for similar GUI purposes.</a:t>
        </a:r>
      </a:p>
    </p188:txBody>
  </p188:cm>
</p188:cmLst>
</file>

<file path=ppt/comments/modernComment_28B_6A4CF7EA.xml><?xml version="1.0" encoding="utf-8"?>
<p188:cmLst xmlns:a="http://schemas.openxmlformats.org/drawingml/2006/main" xmlns:r="http://schemas.openxmlformats.org/officeDocument/2006/relationships" xmlns:p188="http://schemas.microsoft.com/office/powerpoint/2018/8/main">
  <p188:cm id="{16AF4488-8295-4774-905E-FE2E0FE122B4}" authorId="{27E90738-D67D-0D06-FABC-BF05DC4F7645}" status="resolved" created="2025-08-19T12:52:04.551" complete="100000">
    <pc:sldMkLst xmlns:pc="http://schemas.microsoft.com/office/powerpoint/2013/main/command">
      <pc:docMk/>
      <pc:sldMk cId="1783429098" sldId="651"/>
    </pc:sldMkLst>
    <p188:txBody>
      <a:bodyPr/>
      <a:lstStyle/>
      <a:p>
        <a:r>
          <a:rPr lang="en-US"/>
          <a:t>I want to make it clearer that /home storage is not mounted on compute nodes.</a:t>
        </a:r>
      </a:p>
    </p188:txBody>
  </p188:cm>
</p188:cmLst>
</file>

<file path=ppt/comments/modernComment_279_BC15E3EB.xml><?xml version="1.0" encoding="utf-8"?>
<p188:cmLst xmlns:a="http://schemas.openxmlformats.org/drawingml/2006/main" xmlns:r="http://schemas.openxmlformats.org/officeDocument/2006/relationships" xmlns:p188="http://schemas.microsoft.com/office/powerpoint/2018/8/main">
  <p188:cm id="{6E662653-180D-47F0-B48A-87D526C0D01E}" authorId="{481027C4-4A8C-E4EB-451E-452993DC2810}" status="resolved" created="2025-01-15T21:56:07.175" complete="100000">
    <ac:txMkLst xmlns:ac="http://schemas.microsoft.com/office/drawing/2013/main/command">
      <pc:docMk xmlns:pc="http://schemas.microsoft.com/office/powerpoint/2013/main/command"/>
      <pc:sldMk xmlns:pc="http://schemas.microsoft.com/office/powerpoint/2013/main/command" cId="3155551211" sldId="633"/>
      <ac:spMk id="3" creationId="{00000000-0000-0000-0000-000000000000}"/>
      <ac:txMk cp="158" len="21">
        <ac:context len="492" hash="3689570392"/>
      </ac:txMk>
    </ac:txMkLst>
    <p188:pos x="4713402" y="1539711"/>
    <p188:txBody>
      <a:bodyPr/>
      <a:lstStyle/>
      <a:p>
        <a:r>
          <a:rPr lang="en-US"/>
          <a:t>I would be more firm: highly sensitive data is not permissible</a:t>
        </a:r>
      </a:p>
    </p188:txBody>
  </p188:cm>
  <p188:cm id="{89A79B38-F6FA-4FE6-910F-1BD7C41E38D3}" authorId="{3129037B-447C-54CE-BCA5-B693D7B55C9F}" status="resolved" created="2025-08-20T14:20:59.265" complete="100000">
    <pc:sldMkLst xmlns:pc="http://schemas.microsoft.com/office/powerpoint/2013/main/command">
      <pc:docMk/>
      <pc:sldMk cId="3155551211" sldId="633"/>
    </pc:sldMkLst>
    <p188:txBody>
      <a:bodyPr/>
      <a:lstStyle/>
      <a:p>
        <a:r>
          <a:rPr lang="en-US"/>
          <a:t>Do we want to mention  controlled access (CAD) data instead of dbgap? I think dbgap is a subset of CAD. We could use it as an example...</a:t>
        </a:r>
      </a:p>
    </p188:txBody>
  </p188:cm>
</p188:cmLst>
</file>

<file path=ppt/comments/modernComment_280_4A922254.xml><?xml version="1.0" encoding="utf-8"?>
<p188:cmLst xmlns:a="http://schemas.openxmlformats.org/drawingml/2006/main" xmlns:r="http://schemas.openxmlformats.org/officeDocument/2006/relationships" xmlns:p188="http://schemas.microsoft.com/office/powerpoint/2018/8/main">
  <p188:cm id="{86F3A21C-2613-48C6-BA94-073C693624A3}" authorId="{3129037B-447C-54CE-BCA5-B693D7B55C9F}" status="resolved" created="2025-08-20T14:25:15.680" complete="100000">
    <ac:txMkLst xmlns:ac="http://schemas.microsoft.com/office/drawing/2013/main/command">
      <pc:docMk xmlns:pc="http://schemas.microsoft.com/office/powerpoint/2013/main/command"/>
      <pc:sldMk xmlns:pc="http://schemas.microsoft.com/office/powerpoint/2013/main/command" cId="1251091028" sldId="640"/>
      <ac:spMk id="3" creationId="{00000000-0000-0000-0000-000000000000}"/>
      <ac:txMk cp="196" len="33">
        <ac:context len="780" hash="1368422860"/>
      </ac:txMk>
    </ac:txMkLst>
    <p188:pos x="7051523" y="1699380"/>
    <p188:txBody>
      <a:bodyPr/>
      <a:lstStyle/>
      <a:p>
        <a:r>
          <a:rPr lang="en-US"/>
          <a:t>approved research staff in bullet 3 for clarity?</a:t>
        </a:r>
      </a:p>
    </p188:txBody>
  </p188:cm>
</p188:cmLst>
</file>

<file path=ppt/comments/modernComment_287_5B5CEFEB.xml><?xml version="1.0" encoding="utf-8"?>
<p188:cmLst xmlns:a="http://schemas.openxmlformats.org/drawingml/2006/main" xmlns:r="http://schemas.openxmlformats.org/officeDocument/2006/relationships" xmlns:p188="http://schemas.microsoft.com/office/powerpoint/2018/8/main">
  <p188:cm id="{F6DA307E-25D7-4F92-971E-7B9416F88C43}" authorId="{27E90738-D67D-0D06-FABC-BF05DC4F7645}" status="resolved" created="2025-07-08T13:21:37.383" complete="100000">
    <ac:txMkLst xmlns:ac="http://schemas.microsoft.com/office/drawing/2013/main/command">
      <pc:docMk xmlns:pc="http://schemas.microsoft.com/office/powerpoint/2013/main/command"/>
      <pc:sldMk xmlns:pc="http://schemas.microsoft.com/office/powerpoint/2013/main/command" cId="1532817387" sldId="647"/>
      <ac:spMk id="3" creationId="{00000000-0000-0000-0000-000000000000}"/>
      <ac:txMk cp="340">
        <ac:context len="343" hash="2709874801"/>
      </ac:txMk>
    </ac:txMkLst>
    <p188:pos x="2012461" y="2403230"/>
    <p188:txBody>
      <a:bodyPr/>
      <a:lstStyle/>
      <a:p>
        <a:r>
          <a:rPr lang="en-US"/>
          <a:t>This point needs to be changed to reflect OOD addition.</a:t>
        </a:r>
      </a:p>
    </p188:txBody>
  </p188:cm>
  <p188:cm id="{2947A97F-FFA6-46EF-B644-ECAB621026CB}" authorId="{3129037B-447C-54CE-BCA5-B693D7B55C9F}" status="resolved" created="2025-08-20T14:32:31.049" complete="100000">
    <ac:txMkLst xmlns:ac="http://schemas.microsoft.com/office/drawing/2013/main/command">
      <pc:docMk xmlns:pc="http://schemas.microsoft.com/office/powerpoint/2013/main/command"/>
      <pc:sldMk xmlns:pc="http://schemas.microsoft.com/office/powerpoint/2013/main/command" cId="1532817387" sldId="647"/>
      <ac:spMk id="3" creationId="{00000000-0000-0000-0000-000000000000}"/>
      <ac:txMk cp="239" len="72">
        <ac:context len="313" hash="287233063"/>
      </ac:txMk>
    </ac:txMkLst>
    <p188:pos x="4469190" y="2364619"/>
    <p188:replyLst>
      <p188:reply id="{B4F8BD75-8636-46ED-8163-056DFD0F79A7}" authorId="{3129037B-447C-54CE-BCA5-B693D7B55C9F}" created="2025-08-20T14:35:16.556">
        <p188:txBody>
          <a:bodyPr/>
          <a:lstStyle/>
          <a:p>
            <a:r>
              <a:rPr lang="en-US"/>
              <a:t>I see in the next slide you mention it provides a GUI type layout... Maybe just remove "that is running on your Linux VM"?</a:t>
            </a:r>
          </a:p>
        </p188:txBody>
      </p188:reply>
    </p188:replyLst>
    <p188:txBody>
      <a:bodyPr/>
      <a:lstStyle/>
      <a:p>
        <a:r>
          <a:rPr lang="en-US"/>
          <a:t>For the 3rd bullet maybe something like, "Logging in will take you to a web application called Open OnDemand (OOD) which provides a GUI for the Linux VM.'?</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F9D02-8E90-449F-A303-984A1B4F9143}" type="datetimeFigureOut">
              <a:t>8/20/2025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ED1DF3-7C9D-4DDB-AD81-CFF4CA6A6153}" type="slidenum">
              <a:t>‹#›</a:t>
            </a:fld>
            <a:endParaRPr lang="en-US"/>
          </a:p>
        </p:txBody>
      </p:sp>
    </p:spTree>
    <p:extLst>
      <p:ext uri="{BB962C8B-B14F-4D97-AF65-F5344CB8AC3E}">
        <p14:creationId xmlns:p14="http://schemas.microsoft.com/office/powerpoint/2010/main" val="1741470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7A3018-57DA-FB4C-8D47-8E9E06D568C8}" type="slidenum">
              <a:rPr lang="en-US" smtClean="0"/>
              <a:t>12</a:t>
            </a:fld>
            <a:endParaRPr lang="en-US"/>
          </a:p>
        </p:txBody>
      </p:sp>
    </p:spTree>
    <p:extLst>
      <p:ext uri="{BB962C8B-B14F-4D97-AF65-F5344CB8AC3E}">
        <p14:creationId xmlns:p14="http://schemas.microsoft.com/office/powerpoint/2010/main" val="2215668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487681" y="3130917"/>
            <a:ext cx="11704320" cy="731838"/>
          </a:xfrm>
          <a:prstGeom prst="rect">
            <a:avLst/>
          </a:prstGeom>
        </p:spPr>
        <p:txBody>
          <a:bodyPr/>
          <a:lstStyle>
            <a:lvl1pPr marL="0" indent="0" algn="ctr">
              <a:buNone/>
              <a:defRPr sz="3600" b="1" i="0" u="heavy" baseline="0">
                <a:solidFill>
                  <a:srgbClr val="222C4B"/>
                </a:solidFill>
                <a:uFill>
                  <a:solidFill>
                    <a:srgbClr val="E47100"/>
                  </a:solidFill>
                </a:uFill>
                <a:latin typeface="ITC Franklin Gothic Std Heavy" charset="0"/>
                <a:ea typeface="ITC Franklin Gothic Std Heavy" charset="0"/>
                <a:cs typeface="ITC Franklin Gothic Std Heavy" charset="0"/>
              </a:defRPr>
            </a:lvl1pPr>
            <a:lvl2pPr marL="457200" indent="0" algn="ctr">
              <a:buNone/>
              <a:defRPr b="1" i="0">
                <a:solidFill>
                  <a:srgbClr val="222C4B"/>
                </a:solidFill>
                <a:latin typeface="ITC Franklin Gothic Std Heavy" charset="0"/>
                <a:ea typeface="ITC Franklin Gothic Std Heavy" charset="0"/>
                <a:cs typeface="ITC Franklin Gothic Std Heavy" charset="0"/>
              </a:defRPr>
            </a:lvl2pPr>
            <a:lvl3pPr marL="914400" indent="0" algn="ctr">
              <a:buNone/>
              <a:defRPr b="1" i="0">
                <a:solidFill>
                  <a:srgbClr val="222C4B"/>
                </a:solidFill>
                <a:latin typeface="ITC Franklin Gothic Std Heavy" charset="0"/>
                <a:ea typeface="ITC Franklin Gothic Std Heavy" charset="0"/>
                <a:cs typeface="ITC Franklin Gothic Std Heavy" charset="0"/>
              </a:defRPr>
            </a:lvl3pPr>
            <a:lvl4pPr marL="1371600" indent="0" algn="ctr">
              <a:buNone/>
              <a:defRPr b="1" i="0">
                <a:solidFill>
                  <a:srgbClr val="222C4B"/>
                </a:solidFill>
                <a:latin typeface="ITC Franklin Gothic Std Heavy" charset="0"/>
                <a:ea typeface="ITC Franklin Gothic Std Heavy" charset="0"/>
                <a:cs typeface="ITC Franklin Gothic Std Heavy" charset="0"/>
              </a:defRPr>
            </a:lvl4pPr>
            <a:lvl5pPr marL="1828800" indent="0" algn="ctr">
              <a:buNone/>
              <a:defRPr b="1" i="0">
                <a:solidFill>
                  <a:srgbClr val="222C4B"/>
                </a:solidFill>
                <a:latin typeface="ITC Franklin Gothic Std Heavy" charset="0"/>
                <a:ea typeface="ITC Franklin Gothic Std Heavy" charset="0"/>
                <a:cs typeface="ITC Franklin Gothic Std Heavy" charset="0"/>
              </a:defRPr>
            </a:lvl5pPr>
          </a:lstStyle>
          <a:p>
            <a:pPr lvl="0"/>
            <a:r>
              <a:rPr lang="en-US"/>
              <a:t>TITLE HERE</a:t>
            </a:r>
          </a:p>
        </p:txBody>
      </p:sp>
    </p:spTree>
    <p:extLst>
      <p:ext uri="{BB962C8B-B14F-4D97-AF65-F5344CB8AC3E}">
        <p14:creationId xmlns:p14="http://schemas.microsoft.com/office/powerpoint/2010/main" val="1984677956"/>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82CD-8495-6749-84DA-57271B720606}"/>
              </a:ext>
            </a:extLst>
          </p:cNvPr>
          <p:cNvSpPr>
            <a:spLocks noGrp="1"/>
          </p:cNvSpPr>
          <p:nvPr>
            <p:ph type="title"/>
          </p:nvPr>
        </p:nvSpPr>
        <p:spPr>
          <a:xfrm>
            <a:off x="1397620" y="365126"/>
            <a:ext cx="9604917" cy="1325563"/>
          </a:xfrm>
          <a:prstGeom prst="rect">
            <a:avLst/>
          </a:prstGeom>
        </p:spPr>
        <p:txBody>
          <a:bodyPr/>
          <a:lstStyle/>
          <a:p>
            <a:r>
              <a:rPr lang="en-US"/>
              <a:t>Click to edit Master title style</a:t>
            </a:r>
          </a:p>
        </p:txBody>
      </p:sp>
      <p:sp>
        <p:nvSpPr>
          <p:cNvPr id="4" name="Content Placeholder 3">
            <a:extLst>
              <a:ext uri="{FF2B5EF4-FFF2-40B4-BE49-F238E27FC236}">
                <a16:creationId xmlns:a16="http://schemas.microsoft.com/office/drawing/2014/main" id="{0177C8CF-A43C-9F4D-81FE-1B13F8C02910}"/>
              </a:ext>
            </a:extLst>
          </p:cNvPr>
          <p:cNvSpPr>
            <a:spLocks noGrp="1"/>
          </p:cNvSpPr>
          <p:nvPr>
            <p:ph sz="quarter" idx="10"/>
          </p:nvPr>
        </p:nvSpPr>
        <p:spPr>
          <a:xfrm>
            <a:off x="838200" y="1851026"/>
            <a:ext cx="10515600" cy="45497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15384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A432C8-69A7-458B-9684-2BFA64B31948}" type="datetime2">
              <a:rPr lang="en-US" smtClean="0"/>
              <a:t>Wednesday, August 20, 2025</a:t>
            </a:fld>
            <a:endParaRPr lang="en-US"/>
          </a:p>
        </p:txBody>
      </p:sp>
      <p:sp>
        <p:nvSpPr>
          <p:cNvPr id="5" name="Footer Placeholder 4"/>
          <p:cNvSpPr>
            <a:spLocks noGrp="1"/>
          </p:cNvSpPr>
          <p:nvPr>
            <p:ph type="ftr" sz="quarter" idx="11"/>
          </p:nvPr>
        </p:nvSpPr>
        <p:spPr/>
        <p:txBody>
          <a:bodyPr/>
          <a:lstStyle/>
          <a:p>
            <a:pPr algn="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6"/>
          <p:cNvSpPr/>
          <p:nvPr userDrawn="1"/>
        </p:nvSpPr>
        <p:spPr>
          <a:xfrm>
            <a:off x="9251576" y="6145306"/>
            <a:ext cx="2940424" cy="7126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812505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6A3A3-94A6-4E5B-AF39-173ACA3E61CC}" type="datetime2">
              <a:rPr lang="en-US" smtClean="0"/>
              <a:t>Wednesday, August 20, 2025</a:t>
            </a:fld>
            <a:endParaRPr lang="en-US"/>
          </a:p>
        </p:txBody>
      </p:sp>
      <p:sp>
        <p:nvSpPr>
          <p:cNvPr id="5" name="Footer Placeholder 4"/>
          <p:cNvSpPr>
            <a:spLocks noGrp="1"/>
          </p:cNvSpPr>
          <p:nvPr>
            <p:ph type="ftr" sz="quarter" idx="11"/>
          </p:nvPr>
        </p:nvSpPr>
        <p:spPr/>
        <p:txBody>
          <a:bodyPr/>
          <a:lstStyle/>
          <a:p>
            <a:pPr algn="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245548989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CD4847-11EF-4466-A8AD-85CDB7B49118}" type="datetime2">
              <a:rPr lang="en-US" smtClean="0"/>
              <a:t>Wednesday, August 20, 2025</a:t>
            </a:fld>
            <a:endParaRPr lang="en-US"/>
          </a:p>
        </p:txBody>
      </p:sp>
      <p:sp>
        <p:nvSpPr>
          <p:cNvPr id="4" name="Footer Placeholder 3"/>
          <p:cNvSpPr>
            <a:spLocks noGrp="1"/>
          </p:cNvSpPr>
          <p:nvPr>
            <p:ph type="ftr" sz="quarter" idx="11"/>
          </p:nvPr>
        </p:nvSpPr>
        <p:spPr/>
        <p:txBody>
          <a:bodyPr/>
          <a:lstStyle/>
          <a:p>
            <a:pPr algn="r"/>
            <a:endParaRPr lang="en-US"/>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69158864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5"/>
        <p:cNvGrpSpPr/>
        <p:nvPr/>
      </p:nvGrpSpPr>
      <p:grpSpPr>
        <a:xfrm>
          <a:off x="0" y="0"/>
          <a:ext cx="0" cy="0"/>
          <a:chOff x="0" y="0"/>
          <a:chExt cx="0" cy="0"/>
        </a:xfrm>
      </p:grpSpPr>
      <p:sp>
        <p:nvSpPr>
          <p:cNvPr id="56" name="Shape 56"/>
          <p:cNvSpPr txBox="1">
            <a:spLocks noGrp="1"/>
          </p:cNvSpPr>
          <p:nvPr>
            <p:ph type="sldNum" idx="12"/>
          </p:nvPr>
        </p:nvSpPr>
        <p:spPr>
          <a:xfrm>
            <a:off x="11296614" y="6217621"/>
            <a:ext cx="731599"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72584294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40"/>
        <p:cNvGrpSpPr/>
        <p:nvPr/>
      </p:nvGrpSpPr>
      <p:grpSpPr>
        <a:xfrm>
          <a:off x="0" y="0"/>
          <a:ext cx="0" cy="0"/>
          <a:chOff x="0" y="0"/>
          <a:chExt cx="0" cy="0"/>
        </a:xfrm>
      </p:grpSpPr>
      <p:sp>
        <p:nvSpPr>
          <p:cNvPr id="41" name="Shape 41"/>
          <p:cNvSpPr/>
          <p:nvPr/>
        </p:nvSpPr>
        <p:spPr>
          <a:xfrm>
            <a:off x="6096000" y="-32"/>
            <a:ext cx="6096000" cy="6857999"/>
          </a:xfrm>
          <a:prstGeom prst="rect">
            <a:avLst/>
          </a:prstGeom>
          <a:solidFill>
            <a:schemeClr val="lt2"/>
          </a:solidFill>
          <a:ln>
            <a:noFill/>
          </a:ln>
        </p:spPr>
        <p:txBody>
          <a:bodyPr lIns="91425" tIns="91425" rIns="91425" bIns="91425" anchor="ctr" anchorCtr="0">
            <a:noAutofit/>
          </a:bodyPr>
          <a:lstStyle/>
          <a:p>
            <a:pPr>
              <a:spcBef>
                <a:spcPts val="0"/>
              </a:spcBef>
              <a:buNone/>
            </a:pPr>
            <a:endParaRPr sz="1800"/>
          </a:p>
        </p:txBody>
      </p:sp>
      <p:sp>
        <p:nvSpPr>
          <p:cNvPr id="43" name="Shape 43"/>
          <p:cNvSpPr txBox="1">
            <a:spLocks noGrp="1"/>
          </p:cNvSpPr>
          <p:nvPr>
            <p:ph type="title"/>
          </p:nvPr>
        </p:nvSpPr>
        <p:spPr>
          <a:xfrm>
            <a:off x="354002" y="1239038"/>
            <a:ext cx="5393597" cy="2381599"/>
          </a:xfrm>
          <a:prstGeom prst="rect">
            <a:avLst/>
          </a:prstGeom>
        </p:spPr>
        <p:txBody>
          <a:bodyPr lIns="91425" tIns="91425" rIns="91425" bIns="91425" anchor="b" anchorCtr="0"/>
          <a:lstStyle>
            <a:lvl1pPr algn="ctr">
              <a:spcBef>
                <a:spcPts val="0"/>
              </a:spcBef>
              <a:buClr>
                <a:schemeClr val="lt2"/>
              </a:buClr>
              <a:defRPr>
                <a:solidFill>
                  <a:schemeClr val="lt2"/>
                </a:solidFill>
              </a:defRPr>
            </a:lvl1pPr>
            <a:lvl2pPr algn="ctr">
              <a:spcBef>
                <a:spcPts val="0"/>
              </a:spcBef>
              <a:buClr>
                <a:schemeClr val="lt2"/>
              </a:buClr>
              <a:defRPr>
                <a:solidFill>
                  <a:schemeClr val="lt2"/>
                </a:solidFill>
              </a:defRPr>
            </a:lvl2pPr>
            <a:lvl3pPr algn="ctr">
              <a:spcBef>
                <a:spcPts val="0"/>
              </a:spcBef>
              <a:buClr>
                <a:schemeClr val="lt2"/>
              </a:buClr>
              <a:defRPr>
                <a:solidFill>
                  <a:schemeClr val="lt2"/>
                </a:solidFill>
              </a:defRPr>
            </a:lvl3pPr>
            <a:lvl4pPr algn="ctr">
              <a:spcBef>
                <a:spcPts val="0"/>
              </a:spcBef>
              <a:buClr>
                <a:schemeClr val="lt2"/>
              </a:buClr>
              <a:defRPr>
                <a:solidFill>
                  <a:schemeClr val="lt2"/>
                </a:solidFill>
              </a:defRPr>
            </a:lvl4pPr>
            <a:lvl5pPr algn="ctr">
              <a:spcBef>
                <a:spcPts val="0"/>
              </a:spcBef>
              <a:buClr>
                <a:schemeClr val="lt2"/>
              </a:buClr>
              <a:defRPr>
                <a:solidFill>
                  <a:schemeClr val="lt2"/>
                </a:solidFill>
              </a:defRPr>
            </a:lvl5pPr>
            <a:lvl6pPr algn="ctr">
              <a:spcBef>
                <a:spcPts val="0"/>
              </a:spcBef>
              <a:buClr>
                <a:schemeClr val="lt2"/>
              </a:buClr>
              <a:defRPr>
                <a:solidFill>
                  <a:schemeClr val="lt2"/>
                </a:solidFill>
              </a:defRPr>
            </a:lvl6pPr>
            <a:lvl7pPr algn="ctr">
              <a:spcBef>
                <a:spcPts val="0"/>
              </a:spcBef>
              <a:buClr>
                <a:schemeClr val="lt2"/>
              </a:buClr>
              <a:defRPr>
                <a:solidFill>
                  <a:schemeClr val="lt2"/>
                </a:solidFill>
              </a:defRPr>
            </a:lvl7pPr>
            <a:lvl8pPr algn="ctr">
              <a:spcBef>
                <a:spcPts val="0"/>
              </a:spcBef>
              <a:buClr>
                <a:schemeClr val="lt2"/>
              </a:buClr>
              <a:defRPr>
                <a:solidFill>
                  <a:schemeClr val="lt2"/>
                </a:solidFill>
              </a:defRPr>
            </a:lvl8pPr>
            <a:lvl9pPr algn="ctr">
              <a:spcBef>
                <a:spcPts val="0"/>
              </a:spcBef>
              <a:buClr>
                <a:schemeClr val="lt2"/>
              </a:buClr>
              <a:defRPr>
                <a:solidFill>
                  <a:schemeClr val="lt2"/>
                </a:solidFill>
              </a:defRPr>
            </a:lvl9pPr>
          </a:lstStyle>
          <a:p>
            <a:endParaRPr/>
          </a:p>
        </p:txBody>
      </p:sp>
      <p:sp>
        <p:nvSpPr>
          <p:cNvPr id="44" name="Shape 44"/>
          <p:cNvSpPr txBox="1">
            <a:spLocks noGrp="1"/>
          </p:cNvSpPr>
          <p:nvPr>
            <p:ph type="subTitle" idx="1"/>
          </p:nvPr>
        </p:nvSpPr>
        <p:spPr>
          <a:xfrm>
            <a:off x="354002" y="3692003"/>
            <a:ext cx="5393597" cy="2098799"/>
          </a:xfrm>
          <a:prstGeom prst="rect">
            <a:avLst/>
          </a:prstGeom>
        </p:spPr>
        <p:txBody>
          <a:bodyPr lIns="91425" tIns="91425" rIns="91425" bIns="91425" anchor="t" anchorCtr="0"/>
          <a:lstStyle>
            <a:lvl1pPr algn="ctr">
              <a:lnSpc>
                <a:spcPct val="100000"/>
              </a:lnSpc>
              <a:spcBef>
                <a:spcPts val="0"/>
              </a:spcBef>
              <a:spcAft>
                <a:spcPts val="0"/>
              </a:spcAft>
              <a:buSzPct val="100000"/>
              <a:buFont typeface="Economica"/>
              <a:buNone/>
              <a:defRPr sz="2400">
                <a:latin typeface="Economica"/>
                <a:ea typeface="Economica"/>
                <a:cs typeface="Economica"/>
                <a:sym typeface="Economica"/>
              </a:defRPr>
            </a:lvl1pPr>
            <a:lvl2pPr algn="ctr">
              <a:lnSpc>
                <a:spcPct val="100000"/>
              </a:lnSpc>
              <a:spcBef>
                <a:spcPts val="0"/>
              </a:spcBef>
              <a:spcAft>
                <a:spcPts val="0"/>
              </a:spcAft>
              <a:buSzPct val="100000"/>
              <a:buFont typeface="Economica"/>
              <a:buNone/>
              <a:defRPr sz="2400">
                <a:latin typeface="Economica"/>
                <a:ea typeface="Economica"/>
                <a:cs typeface="Economica"/>
                <a:sym typeface="Economica"/>
              </a:defRPr>
            </a:lvl2pPr>
            <a:lvl3pPr algn="ctr">
              <a:lnSpc>
                <a:spcPct val="100000"/>
              </a:lnSpc>
              <a:spcBef>
                <a:spcPts val="0"/>
              </a:spcBef>
              <a:spcAft>
                <a:spcPts val="0"/>
              </a:spcAft>
              <a:buSzPct val="100000"/>
              <a:buFont typeface="Economica"/>
              <a:buNone/>
              <a:defRPr sz="2400">
                <a:latin typeface="Economica"/>
                <a:ea typeface="Economica"/>
                <a:cs typeface="Economica"/>
                <a:sym typeface="Economica"/>
              </a:defRPr>
            </a:lvl3pPr>
            <a:lvl4pPr algn="ctr">
              <a:lnSpc>
                <a:spcPct val="100000"/>
              </a:lnSpc>
              <a:spcBef>
                <a:spcPts val="0"/>
              </a:spcBef>
              <a:spcAft>
                <a:spcPts val="0"/>
              </a:spcAft>
              <a:buSzPct val="100000"/>
              <a:buFont typeface="Economica"/>
              <a:buNone/>
              <a:defRPr sz="2400">
                <a:latin typeface="Economica"/>
                <a:ea typeface="Economica"/>
                <a:cs typeface="Economica"/>
                <a:sym typeface="Economica"/>
              </a:defRPr>
            </a:lvl4pPr>
            <a:lvl5pPr algn="ctr">
              <a:lnSpc>
                <a:spcPct val="100000"/>
              </a:lnSpc>
              <a:spcBef>
                <a:spcPts val="0"/>
              </a:spcBef>
              <a:spcAft>
                <a:spcPts val="0"/>
              </a:spcAft>
              <a:buSzPct val="100000"/>
              <a:buFont typeface="Economica"/>
              <a:buNone/>
              <a:defRPr sz="2400">
                <a:latin typeface="Economica"/>
                <a:ea typeface="Economica"/>
                <a:cs typeface="Economica"/>
                <a:sym typeface="Economica"/>
              </a:defRPr>
            </a:lvl5pPr>
            <a:lvl6pPr algn="ctr">
              <a:lnSpc>
                <a:spcPct val="100000"/>
              </a:lnSpc>
              <a:spcBef>
                <a:spcPts val="0"/>
              </a:spcBef>
              <a:spcAft>
                <a:spcPts val="0"/>
              </a:spcAft>
              <a:buSzPct val="100000"/>
              <a:buFont typeface="Economica"/>
              <a:buNone/>
              <a:defRPr sz="2400">
                <a:latin typeface="Economica"/>
                <a:ea typeface="Economica"/>
                <a:cs typeface="Economica"/>
                <a:sym typeface="Economica"/>
              </a:defRPr>
            </a:lvl6pPr>
            <a:lvl7pPr algn="ctr">
              <a:lnSpc>
                <a:spcPct val="100000"/>
              </a:lnSpc>
              <a:spcBef>
                <a:spcPts val="0"/>
              </a:spcBef>
              <a:spcAft>
                <a:spcPts val="0"/>
              </a:spcAft>
              <a:buSzPct val="100000"/>
              <a:buFont typeface="Economica"/>
              <a:buNone/>
              <a:defRPr sz="2400">
                <a:latin typeface="Economica"/>
                <a:ea typeface="Economica"/>
                <a:cs typeface="Economica"/>
                <a:sym typeface="Economica"/>
              </a:defRPr>
            </a:lvl7pPr>
            <a:lvl8pPr algn="ctr">
              <a:lnSpc>
                <a:spcPct val="100000"/>
              </a:lnSpc>
              <a:spcBef>
                <a:spcPts val="0"/>
              </a:spcBef>
              <a:spcAft>
                <a:spcPts val="0"/>
              </a:spcAft>
              <a:buSzPct val="100000"/>
              <a:buFont typeface="Economica"/>
              <a:buNone/>
              <a:defRPr sz="2400">
                <a:latin typeface="Economica"/>
                <a:ea typeface="Economica"/>
                <a:cs typeface="Economica"/>
                <a:sym typeface="Economica"/>
              </a:defRPr>
            </a:lvl8pPr>
            <a:lvl9pPr algn="ctr">
              <a:lnSpc>
                <a:spcPct val="100000"/>
              </a:lnSpc>
              <a:spcBef>
                <a:spcPts val="0"/>
              </a:spcBef>
              <a:spcAft>
                <a:spcPts val="0"/>
              </a:spcAft>
              <a:buSzPct val="100000"/>
              <a:buFont typeface="Economica"/>
              <a:buNone/>
              <a:defRPr sz="2400">
                <a:latin typeface="Economica"/>
                <a:ea typeface="Economica"/>
                <a:cs typeface="Economica"/>
                <a:sym typeface="Economica"/>
              </a:defRPr>
            </a:lvl9pPr>
          </a:lstStyle>
          <a:p>
            <a:endParaRPr/>
          </a:p>
        </p:txBody>
      </p:sp>
      <p:sp>
        <p:nvSpPr>
          <p:cNvPr id="45" name="Shape 45"/>
          <p:cNvSpPr txBox="1">
            <a:spLocks noGrp="1"/>
          </p:cNvSpPr>
          <p:nvPr>
            <p:ph type="body" idx="2"/>
          </p:nvPr>
        </p:nvSpPr>
        <p:spPr>
          <a:xfrm>
            <a:off x="6586006" y="965604"/>
            <a:ext cx="5116001" cy="4926799"/>
          </a:xfrm>
          <a:prstGeom prst="rect">
            <a:avLst/>
          </a:prstGeom>
        </p:spPr>
        <p:txBody>
          <a:bodyPr lIns="91425" tIns="91425" rIns="91425" bIns="91425" anchor="ctr" anchorCtr="0"/>
          <a:lstStyle>
            <a:lvl1pPr>
              <a:spcBef>
                <a:spcPts val="0"/>
              </a:spcBef>
              <a:buClr>
                <a:schemeClr val="lt1"/>
              </a:buClr>
              <a:defRPr>
                <a:solidFill>
                  <a:schemeClr val="lt1"/>
                </a:solidFill>
              </a:defRPr>
            </a:lvl1pPr>
            <a:lvl2pPr>
              <a:spcBef>
                <a:spcPts val="0"/>
              </a:spcBef>
              <a:buClr>
                <a:schemeClr val="lt1"/>
              </a:buClr>
              <a:defRPr>
                <a:solidFill>
                  <a:schemeClr val="lt1"/>
                </a:solidFill>
              </a:defRPr>
            </a:lvl2pPr>
            <a:lvl3pPr>
              <a:spcBef>
                <a:spcPts val="0"/>
              </a:spcBef>
              <a:buClr>
                <a:schemeClr val="lt1"/>
              </a:buClr>
              <a:defRPr>
                <a:solidFill>
                  <a:schemeClr val="lt1"/>
                </a:solidFill>
              </a:defRPr>
            </a:lvl3pPr>
            <a:lvl4pPr>
              <a:spcBef>
                <a:spcPts val="0"/>
              </a:spcBef>
              <a:buClr>
                <a:schemeClr val="lt1"/>
              </a:buClr>
              <a:defRPr>
                <a:solidFill>
                  <a:schemeClr val="lt1"/>
                </a:solidFill>
              </a:defRPr>
            </a:lvl4pPr>
            <a:lvl5pPr>
              <a:spcBef>
                <a:spcPts val="0"/>
              </a:spcBef>
              <a:buClr>
                <a:schemeClr val="lt1"/>
              </a:buClr>
              <a:defRPr>
                <a:solidFill>
                  <a:schemeClr val="lt1"/>
                </a:solidFill>
              </a:defRPr>
            </a:lvl5pPr>
            <a:lvl6pPr>
              <a:spcBef>
                <a:spcPts val="0"/>
              </a:spcBef>
              <a:buClr>
                <a:schemeClr val="lt1"/>
              </a:buClr>
              <a:defRPr>
                <a:solidFill>
                  <a:schemeClr val="lt1"/>
                </a:solidFill>
              </a:defRPr>
            </a:lvl6pPr>
            <a:lvl7pPr>
              <a:spcBef>
                <a:spcPts val="0"/>
              </a:spcBef>
              <a:buClr>
                <a:schemeClr val="lt1"/>
              </a:buClr>
              <a:defRPr>
                <a:solidFill>
                  <a:schemeClr val="lt1"/>
                </a:solidFill>
              </a:defRPr>
            </a:lvl7pPr>
            <a:lvl8pPr>
              <a:spcBef>
                <a:spcPts val="0"/>
              </a:spcBef>
              <a:buClr>
                <a:schemeClr val="lt1"/>
              </a:buClr>
              <a:defRPr>
                <a:solidFill>
                  <a:schemeClr val="lt1"/>
                </a:solidFill>
              </a:defRPr>
            </a:lvl8pPr>
            <a:lvl9pPr>
              <a:spcBef>
                <a:spcPts val="0"/>
              </a:spcBef>
              <a:buClr>
                <a:schemeClr val="lt1"/>
              </a:buClr>
              <a:defRPr>
                <a:solidFill>
                  <a:schemeClr val="lt1"/>
                </a:solidFill>
              </a:defRPr>
            </a:lvl9pPr>
          </a:lstStyle>
          <a:p>
            <a:endParaRPr/>
          </a:p>
        </p:txBody>
      </p:sp>
      <p:sp>
        <p:nvSpPr>
          <p:cNvPr id="46" name="Shape 46"/>
          <p:cNvSpPr txBox="1">
            <a:spLocks noGrp="1"/>
          </p:cNvSpPr>
          <p:nvPr>
            <p:ph type="sldNum" idx="12"/>
          </p:nvPr>
        </p:nvSpPr>
        <p:spPr>
          <a:xfrm>
            <a:off x="11296614" y="6217621"/>
            <a:ext cx="731599" cy="524800"/>
          </a:xfrm>
          <a:prstGeom prst="rect">
            <a:avLst/>
          </a:prstGeom>
        </p:spPr>
        <p:txBody>
          <a:bodyPr lIns="91425" tIns="91425" rIns="91425" bIns="91425" anchor="ctr" anchorCtr="0">
            <a:noAutofit/>
          </a:bodyPr>
          <a:lstStyle/>
          <a:p>
            <a:fld id="{00000000-1234-1234-1234-123412341234}" type="slidenum">
              <a:rPr lang="en" smtClean="0">
                <a:solidFill>
                  <a:schemeClr val="lt1"/>
                </a:solidFill>
              </a:rPr>
              <a:pPr/>
              <a:t>‹#›</a:t>
            </a:fld>
            <a:endParaRPr lang="en">
              <a:solidFill>
                <a:schemeClr val="lt1"/>
              </a:solidFill>
            </a:endParaRPr>
          </a:p>
        </p:txBody>
      </p:sp>
    </p:spTree>
    <p:extLst>
      <p:ext uri="{BB962C8B-B14F-4D97-AF65-F5344CB8AC3E}">
        <p14:creationId xmlns:p14="http://schemas.microsoft.com/office/powerpoint/2010/main" val="420980588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487681" y="3130917"/>
            <a:ext cx="11704320" cy="731838"/>
          </a:xfrm>
          <a:prstGeom prst="rect">
            <a:avLst/>
          </a:prstGeom>
        </p:spPr>
        <p:txBody>
          <a:bodyPr/>
          <a:lstStyle>
            <a:lvl1pPr marL="0" indent="0" algn="ctr">
              <a:buNone/>
              <a:defRPr sz="3600" b="1" i="0" u="heavy" baseline="0">
                <a:solidFill>
                  <a:srgbClr val="222C4B"/>
                </a:solidFill>
                <a:uFill>
                  <a:solidFill>
                    <a:srgbClr val="E47100"/>
                  </a:solidFill>
                </a:uFill>
                <a:latin typeface="ITC Franklin Gothic Std Heavy" charset="0"/>
                <a:ea typeface="ITC Franklin Gothic Std Heavy" charset="0"/>
                <a:cs typeface="ITC Franklin Gothic Std Heavy" charset="0"/>
              </a:defRPr>
            </a:lvl1pPr>
            <a:lvl2pPr marL="457200" indent="0" algn="ctr">
              <a:buNone/>
              <a:defRPr b="1" i="0">
                <a:solidFill>
                  <a:srgbClr val="222C4B"/>
                </a:solidFill>
                <a:latin typeface="ITC Franklin Gothic Std Heavy" charset="0"/>
                <a:ea typeface="ITC Franklin Gothic Std Heavy" charset="0"/>
                <a:cs typeface="ITC Franklin Gothic Std Heavy" charset="0"/>
              </a:defRPr>
            </a:lvl2pPr>
            <a:lvl3pPr marL="914400" indent="0" algn="ctr">
              <a:buNone/>
              <a:defRPr b="1" i="0">
                <a:solidFill>
                  <a:srgbClr val="222C4B"/>
                </a:solidFill>
                <a:latin typeface="ITC Franklin Gothic Std Heavy" charset="0"/>
                <a:ea typeface="ITC Franklin Gothic Std Heavy" charset="0"/>
                <a:cs typeface="ITC Franklin Gothic Std Heavy" charset="0"/>
              </a:defRPr>
            </a:lvl3pPr>
            <a:lvl4pPr marL="1371600" indent="0" algn="ctr">
              <a:buNone/>
              <a:defRPr b="1" i="0">
                <a:solidFill>
                  <a:srgbClr val="222C4B"/>
                </a:solidFill>
                <a:latin typeface="ITC Franklin Gothic Std Heavy" charset="0"/>
                <a:ea typeface="ITC Franklin Gothic Std Heavy" charset="0"/>
                <a:cs typeface="ITC Franklin Gothic Std Heavy" charset="0"/>
              </a:defRPr>
            </a:lvl4pPr>
            <a:lvl5pPr marL="1828800" indent="0" algn="ctr">
              <a:buNone/>
              <a:defRPr b="1" i="0">
                <a:solidFill>
                  <a:srgbClr val="222C4B"/>
                </a:solidFill>
                <a:latin typeface="ITC Franklin Gothic Std Heavy" charset="0"/>
                <a:ea typeface="ITC Franklin Gothic Std Heavy" charset="0"/>
                <a:cs typeface="ITC Franklin Gothic Std Heavy" charset="0"/>
              </a:defRPr>
            </a:lvl5pPr>
          </a:lstStyle>
          <a:p>
            <a:pPr lvl="0"/>
            <a:r>
              <a:rPr lang="en-US"/>
              <a:t>TITLE HERE</a:t>
            </a:r>
          </a:p>
        </p:txBody>
      </p:sp>
    </p:spTree>
    <p:extLst>
      <p:ext uri="{BB962C8B-B14F-4D97-AF65-F5344CB8AC3E}">
        <p14:creationId xmlns:p14="http://schemas.microsoft.com/office/powerpoint/2010/main" val="145652565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A432C8-69A7-458B-9684-2BFA64B31948}" type="datetime2">
              <a:rPr lang="en-US" smtClean="0"/>
              <a:t>Wednesday, August 20, 2025</a:t>
            </a:fld>
            <a:endParaRPr lang="en-US"/>
          </a:p>
        </p:txBody>
      </p:sp>
      <p:sp>
        <p:nvSpPr>
          <p:cNvPr id="5" name="Footer Placeholder 4"/>
          <p:cNvSpPr>
            <a:spLocks noGrp="1"/>
          </p:cNvSpPr>
          <p:nvPr>
            <p:ph type="ftr" sz="quarter" idx="11"/>
          </p:nvPr>
        </p:nvSpPr>
        <p:spPr/>
        <p:txBody>
          <a:bodyPr/>
          <a:lstStyle/>
          <a:p>
            <a:pPr algn="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1725774991"/>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6A3A3-94A6-4E5B-AF39-173ACA3E61CC}" type="datetime2">
              <a:rPr lang="en-US" smtClean="0"/>
              <a:t>Wednesday, August 20, 2025</a:t>
            </a:fld>
            <a:endParaRPr lang="en-US"/>
          </a:p>
        </p:txBody>
      </p:sp>
      <p:sp>
        <p:nvSpPr>
          <p:cNvPr id="5" name="Footer Placeholder 4"/>
          <p:cNvSpPr>
            <a:spLocks noGrp="1"/>
          </p:cNvSpPr>
          <p:nvPr>
            <p:ph type="ftr" sz="quarter" idx="11"/>
          </p:nvPr>
        </p:nvSpPr>
        <p:spPr/>
        <p:txBody>
          <a:bodyPr/>
          <a:lstStyle/>
          <a:p>
            <a:pPr algn="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188389508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82CD-8495-6749-84DA-57271B720606}"/>
              </a:ext>
            </a:extLst>
          </p:cNvPr>
          <p:cNvSpPr>
            <a:spLocks noGrp="1"/>
          </p:cNvSpPr>
          <p:nvPr>
            <p:ph type="title"/>
          </p:nvPr>
        </p:nvSpPr>
        <p:spPr>
          <a:xfrm>
            <a:off x="1809741" y="365126"/>
            <a:ext cx="9604917" cy="1325563"/>
          </a:xfrm>
          <a:prstGeom prst="rect">
            <a:avLst/>
          </a:prstGeom>
        </p:spPr>
        <p:txBody>
          <a:bodyPr/>
          <a:lstStyle/>
          <a:p>
            <a:r>
              <a:rPr lang="en-US"/>
              <a:t>Click to edit Master title style</a:t>
            </a:r>
          </a:p>
        </p:txBody>
      </p:sp>
      <p:sp>
        <p:nvSpPr>
          <p:cNvPr id="4" name="Content Placeholder 3">
            <a:extLst>
              <a:ext uri="{FF2B5EF4-FFF2-40B4-BE49-F238E27FC236}">
                <a16:creationId xmlns:a16="http://schemas.microsoft.com/office/drawing/2014/main" id="{0177C8CF-A43C-9F4D-81FE-1B13F8C02910}"/>
              </a:ext>
            </a:extLst>
          </p:cNvPr>
          <p:cNvSpPr>
            <a:spLocks noGrp="1"/>
          </p:cNvSpPr>
          <p:nvPr>
            <p:ph sz="quarter" idx="10"/>
          </p:nvPr>
        </p:nvSpPr>
        <p:spPr>
          <a:xfrm>
            <a:off x="838200" y="1851026"/>
            <a:ext cx="10515600" cy="45497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2" descr="https://dl.boxcloud.com/api/2.0/internal_files/437370213502/versions/462603515465/representations/png_paged_2048x2048/content/1.png?access_token=1!VLU_a6SmhAhhP3FJY_ESkp2Z0Qto0Oh7mgfg-Mp7066cc95V116BIyKhFwJ0WiI9fv1dAxu9EXKpXK21_leK9vxFii_KQDTNYVrsVm38qgXZY5j2zrUeJH8lYqfW8J2csbmNm4Ewj8EsjnaQzV1uVMbqw-n4_wozYgSlH3USFm4w_9EepqS6i8b_4XKUiwwM6U1gCZme1gMHuHLNDClzzFpHVU9cUNxZBimC7fVd2WhggstiBV7l8wFIbtC0udBtwBJDg2u8wWgp8Mq8pmndfxMfMnMbvdVcbes-5CIqE8h8YgaKXa4KtqS9LY2l6WutNYOnvbOzTgHh9f7t1J4-DIpidufjXPowlhtylJQuOhWSkg-nCa7aH0YOQu0pXoO-Y4dYoLq7Ga8ohfL2q0dw2vukLYClwSNUF-_NtiGoRqhQTcEQlrWJKLdKl92hnT1c9Q9KifjAD0DlJZNJs5JzLYbu3T1QFIXk418r_Hkr4wwp5Gg4y5sFA6_d8qcMyO2EhNLKQB_WOSYjBEvTerG9fVAAQgVaNLpCDHseLVnPTRtaXYXzdRqZYa_T-UR_3K4C&amp;box_client_name=box-content-preview&amp;box_client_version=2.16.0"/>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24700"/>
          <a:stretch/>
        </p:blipFill>
        <p:spPr bwMode="auto">
          <a:xfrm>
            <a:off x="8596342" y="5990898"/>
            <a:ext cx="3570430" cy="89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730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pic>
        <p:nvPicPr>
          <p:cNvPr id="3" name="Picture 2" descr="https://dl.boxcloud.com/api/2.0/internal_files/437370213502/versions/462603515465/representations/png_paged_2048x2048/content/1.png?access_token=1!VLU_a6SmhAhhP3FJY_ESkp2Z0Qto0Oh7mgfg-Mp7066cc95V116BIyKhFwJ0WiI9fv1dAxu9EXKpXK21_leK9vxFii_KQDTNYVrsVm38qgXZY5j2zrUeJH8lYqfW8J2csbmNm4Ewj8EsjnaQzV1uVMbqw-n4_wozYgSlH3USFm4w_9EepqS6i8b_4XKUiwwM6U1gCZme1gMHuHLNDClzzFpHVU9cUNxZBimC7fVd2WhggstiBV7l8wFIbtC0udBtwBJDg2u8wWgp8Mq8pmndfxMfMnMbvdVcbes-5CIqE8h8YgaKXa4KtqS9LY2l6WutNYOnvbOzTgHh9f7t1J4-DIpidufjXPowlhtylJQuOhWSkg-nCa7aH0YOQu0pXoO-Y4dYoLq7Ga8ohfL2q0dw2vukLYClwSNUF-_NtiGoRqhQTcEQlrWJKLdKl92hnT1c9Q9KifjAD0DlJZNJs5JzLYbu3T1QFIXk418r_Hkr4wwp5Gg4y5sFA6_d8qcMyO2EhNLKQB_WOSYjBEvTerG9fVAAQgVaNLpCDHseLVnPTRtaXYXzdRqZYa_T-UR_3K4C&amp;box_client_name=box-content-preview&amp;box_client_version=2.16.0"/>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24700"/>
          <a:stretch/>
        </p:blipFill>
        <p:spPr bwMode="auto">
          <a:xfrm>
            <a:off x="8596342" y="5959366"/>
            <a:ext cx="3570430" cy="89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6244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0.xml"/><Relationship Id="rId7" Type="http://schemas.openxmlformats.org/officeDocument/2006/relationships/image" Target="../media/image3.jpe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0"/>
            <a:ext cx="506859"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Picture 1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 y="0"/>
            <a:ext cx="2302933" cy="2057400"/>
          </a:xfrm>
          <a:prstGeom prst="rect">
            <a:avLst/>
          </a:prstGeom>
        </p:spPr>
      </p:pic>
      <p:pic>
        <p:nvPicPr>
          <p:cNvPr id="5" name="Picture 4">
            <a:extLst>
              <a:ext uri="{FF2B5EF4-FFF2-40B4-BE49-F238E27FC236}">
                <a16:creationId xmlns:a16="http://schemas.microsoft.com/office/drawing/2014/main" id="{740323B5-69D7-C343-ABCE-A6F15793C029}"/>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352156" y="6438585"/>
            <a:ext cx="2661483" cy="352508"/>
          </a:xfrm>
          <a:prstGeom prst="rect">
            <a:avLst/>
          </a:prstGeom>
        </p:spPr>
      </p:pic>
    </p:spTree>
    <p:extLst>
      <p:ext uri="{BB962C8B-B14F-4D97-AF65-F5344CB8AC3E}">
        <p14:creationId xmlns:p14="http://schemas.microsoft.com/office/powerpoint/2010/main" val="325428574"/>
      </p:ext>
    </p:extLst>
  </p:cSld>
  <p:clrMap bg1="lt1" tx1="dk1" bg2="lt2" tx2="dk2" accent1="accent1" accent2="accent2" accent3="accent3" accent4="accent4" accent5="accent5" accent6="accent6" hlink="hlink" folHlink="folHlink"/>
  <p:sldLayoutIdLst>
    <p:sldLayoutId id="2147483665" r:id="rId1"/>
    <p:sldLayoutId id="2147483706" r:id="rId2"/>
    <p:sldLayoutId id="2147483707" r:id="rId3"/>
    <p:sldLayoutId id="2147483708" r:id="rId4"/>
    <p:sldLayoutId id="2147483709" r:id="rId5"/>
    <p:sldLayoutId id="2147483733" r:id="rId6"/>
    <p:sldLayoutId id="2147483735" r:id="rId7"/>
  </p:sldLayoutIdLst>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7"/>
          <a:srcRect l="-3" r="24254"/>
          <a:stretch/>
        </p:blipFill>
        <p:spPr>
          <a:xfrm>
            <a:off x="0" y="1390"/>
            <a:ext cx="506859" cy="6855220"/>
          </a:xfrm>
          <a:prstGeom prst="rect">
            <a:avLst/>
          </a:prstGeom>
        </p:spPr>
      </p:pic>
      <p:sp>
        <p:nvSpPr>
          <p:cNvPr id="10" name="Rectangle 9"/>
          <p:cNvSpPr/>
          <p:nvPr userDrawn="1"/>
        </p:nvSpPr>
        <p:spPr>
          <a:xfrm>
            <a:off x="0" y="0"/>
            <a:ext cx="506859" cy="6858000"/>
          </a:xfrm>
          <a:prstGeom prst="rect">
            <a:avLst/>
          </a:prstGeom>
          <a:solidFill>
            <a:srgbClr val="E4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 y="0"/>
            <a:ext cx="2302933" cy="2057400"/>
          </a:xfrm>
          <a:prstGeom prst="rect">
            <a:avLst/>
          </a:prstGeom>
        </p:spPr>
      </p:pic>
    </p:spTree>
    <p:extLst>
      <p:ext uri="{BB962C8B-B14F-4D97-AF65-F5344CB8AC3E}">
        <p14:creationId xmlns:p14="http://schemas.microsoft.com/office/powerpoint/2010/main" val="328080386"/>
      </p:ext>
    </p:extLst>
  </p:cSld>
  <p:clrMap bg1="lt1" tx1="dk1" bg2="lt2" tx2="dk2" accent1="accent1" accent2="accent2" accent3="accent3" accent4="accent4" accent5="accent5" accent6="accent6" hlink="hlink" folHlink="folHlink"/>
  <p:sldLayoutIdLst>
    <p:sldLayoutId id="2147483677" r:id="rId1"/>
    <p:sldLayoutId id="2147483748" r:id="rId2"/>
    <p:sldLayoutId id="2147483711" r:id="rId3"/>
    <p:sldLayoutId id="2147483713" r:id="rId4"/>
    <p:sldLayoutId id="2147483749" r:id="rId5"/>
  </p:sldLayoutIdLst>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us2yw@virginia.edu" TargetMode="Externa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learning.rc.virginia.edu/notes/hpc-intro/" TargetMode="External"/><Relationship Id="rId2" Type="http://schemas.microsoft.com/office/2018/10/relationships/comments" Target="../comments/modernComment_279_BC15E3EB.xml"/><Relationship Id="rId1" Type="http://schemas.openxmlformats.org/officeDocument/2006/relationships/slideLayout" Target="../slideLayouts/slideLayout11.xml"/><Relationship Id="rId4" Type="http://schemas.openxmlformats.org/officeDocument/2006/relationships/hyperlink" Target="https://www.rc.virginia.edu/userinfo/storage/data-sensitivit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microsoft.com/office/2018/10/relationships/comments" Target="../comments/modernComment_27C_2CF5091.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hyperlink" Target="https://services.rc.virginia.edu/" TargetMode="External"/><Relationship Id="rId2" Type="http://schemas.microsoft.com/office/2018/10/relationships/comments" Target="../comments/modernComment_280_4A922254.xml"/><Relationship Id="rId1" Type="http://schemas.openxmlformats.org/officeDocument/2006/relationships/slideLayout" Target="../slideLayouts/slideLayout11.xml"/><Relationship Id="rId4" Type="http://schemas.openxmlformats.org/officeDocument/2006/relationships/hyperlink" Target="https://www.rc.virginia.edu/userinfo/ivy/#requesting-acces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hyperlink" Target="http://in.virginia.edu/hsat-training" TargetMode="External"/><Relationship Id="rId2" Type="http://schemas.openxmlformats.org/officeDocument/2006/relationships/hyperlink" Target="https://services.rc.virginia.edu/" TargetMode="Externa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hyperlink" Target="https://www.rc.virginia.edu/userinfo/hpc/logintools/mobaxterm/" TargetMode="External"/><Relationship Id="rId2" Type="http://schemas.openxmlformats.org/officeDocument/2006/relationships/hyperlink" Target="https://www.rc.virginia.edu/userinfo/ivy/#high-security-vpn" TargetMode="Externa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mst3k@10.xxx.xxx.xxx" TargetMode="Externa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hyperlink" Target="http://learning.rc.virginia.edu/tutorials/unix-tutorial/"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hyperlink" Target="https://10.xxx.xxx.xxx" TargetMode="External"/><Relationship Id="rId2" Type="http://schemas.microsoft.com/office/2018/10/relationships/comments" Target="../comments/modernComment_287_5B5CEFEB.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hyperlink" Target="https://www.rc.virginia.edu/form/storage/" TargetMode="Externa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28B_6A4CF7EA.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ing.rc.virginia.edu/tutorials/globus-data-transfer/" TargetMode="External"/><Relationship Id="rId2" Type="http://schemas.openxmlformats.org/officeDocument/2006/relationships/hyperlink" Target="https://www.rc.virginia.edu/userinfo/ivy/#data-transfer-in-out-of-ivy" TargetMode="Externa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2DF_C695C922.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2E1_62D7915E.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2DE_DF7BDFA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2E4_A3EEA6D3.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28A_FDDEA0D0.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hyperlink" Target="https://www.rc.virginia.edu/userinfo/ivy/ivy-linux-sw/" TargetMode="Externa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www.rc.virginia.edu/userinfo/hpc/software/r/#submitting-jobs-to-rio" TargetMode="External"/><Relationship Id="rId2" Type="http://schemas.openxmlformats.org/officeDocument/2006/relationships/hyperlink" Target="https://www.rc.virginia.edu/userinfo/hpc/software/miniforge/#using-conda-environments-on-rio" TargetMode="Externa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www.rc.virginia.edu/userinfo/hpc/slurm/" TargetMode="External"/><Relationship Id="rId2" Type="http://schemas.openxmlformats.org/officeDocument/2006/relationships/hyperlink" Target="https://slurm.schedmd.com/" TargetMode="Externa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hyperlink" Target="https://slurm.schedmd.com/sacct.html" TargetMode="Externa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rc.virginia.edu/support/" TargetMode="External"/><Relationship Id="rId1" Type="http://schemas.openxmlformats.org/officeDocument/2006/relationships/slideLayout" Target="../slideLayouts/slideLayout9.xml"/><Relationship Id="rId4" Type="http://schemas.openxmlformats.org/officeDocument/2006/relationships/hyperlink" Target="https://www.rc.virginia.edu/support/#office-hou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84141" y="5712034"/>
            <a:ext cx="4926227" cy="338554"/>
          </a:xfrm>
          <a:prstGeom prst="rect">
            <a:avLst/>
          </a:prstGeom>
          <a:noFill/>
        </p:spPr>
        <p:txBody>
          <a:bodyPr wrap="square" rtlCol="0">
            <a:spAutoFit/>
          </a:bodyPr>
          <a:lstStyle/>
          <a:p>
            <a:pPr algn="ctr"/>
            <a:r>
              <a:rPr lang="en-US" sz="1600" b="1">
                <a:solidFill>
                  <a:srgbClr val="E47100"/>
                </a:solidFill>
                <a:latin typeface="ITC Franklin Gothic Std Book"/>
              </a:rPr>
              <a:t> </a:t>
            </a:r>
            <a:endParaRPr lang="en-US" sz="1600">
              <a:solidFill>
                <a:srgbClr val="E47100"/>
              </a:solidFill>
              <a:latin typeface="ITC Franklin Gothic Std Book"/>
            </a:endParaRPr>
          </a:p>
        </p:txBody>
      </p:sp>
      <p:sp>
        <p:nvSpPr>
          <p:cNvPr id="2" name="Title 1"/>
          <p:cNvSpPr>
            <a:spLocks noGrp="1"/>
          </p:cNvSpPr>
          <p:nvPr>
            <p:ph type="ctrTitle"/>
          </p:nvPr>
        </p:nvSpPr>
        <p:spPr/>
        <p:txBody>
          <a:bodyPr lIns="91440" tIns="45720" rIns="91440" bIns="45720" anchor="b">
            <a:noAutofit/>
          </a:bodyPr>
          <a:lstStyle/>
          <a:p>
            <a:r>
              <a:rPr lang="en-US">
                <a:latin typeface="Calibri Light"/>
                <a:ea typeface="Calibri Light"/>
                <a:cs typeface="Calibri Light"/>
              </a:rPr>
              <a:t>IntRo to High Security HPC (Rio)</a:t>
            </a:r>
          </a:p>
          <a:p>
            <a:endParaRPr lang="en-US">
              <a:ea typeface="Calibri Light"/>
              <a:cs typeface="Calibri Light"/>
            </a:endParaRPr>
          </a:p>
        </p:txBody>
      </p:sp>
      <p:sp>
        <p:nvSpPr>
          <p:cNvPr id="3" name="Subtitle 2">
            <a:extLst>
              <a:ext uri="{FF2B5EF4-FFF2-40B4-BE49-F238E27FC236}">
                <a16:creationId xmlns:a16="http://schemas.microsoft.com/office/drawing/2014/main" id="{053D755A-AE9A-6EFC-2CEB-B123E5B2BE5D}"/>
              </a:ext>
            </a:extLst>
          </p:cNvPr>
          <p:cNvSpPr>
            <a:spLocks noGrp="1"/>
          </p:cNvSpPr>
          <p:nvPr>
            <p:ph type="subTitle" idx="1"/>
          </p:nvPr>
        </p:nvSpPr>
        <p:spPr>
          <a:xfrm>
            <a:off x="914400" y="4020105"/>
            <a:ext cx="4754283" cy="1752600"/>
          </a:xfrm>
        </p:spPr>
        <p:txBody>
          <a:bodyPr lIns="91440" tIns="45720" rIns="91440" bIns="45720" anchor="t"/>
          <a:lstStyle/>
          <a:p>
            <a:r>
              <a:rPr lang="en-US">
                <a:ea typeface="Calibri"/>
                <a:cs typeface="Calibri"/>
              </a:rPr>
              <a:t>Camden Duy</a:t>
            </a:r>
            <a:endParaRPr lang="en-US"/>
          </a:p>
          <a:p>
            <a:r>
              <a:rPr lang="en-US" sz="2000">
                <a:ea typeface="Calibri"/>
                <a:cs typeface="Calibri"/>
              </a:rPr>
              <a:t>Computational Scientist</a:t>
            </a:r>
          </a:p>
          <a:p>
            <a:r>
              <a:rPr lang="en-US" sz="2000">
                <a:ea typeface="Calibri"/>
                <a:cs typeface="Calibri"/>
              </a:rPr>
              <a:t>E: cmd7ag</a:t>
            </a:r>
            <a:r>
              <a:rPr lang="en-US" sz="2000">
                <a:ea typeface="Calibri"/>
                <a:cs typeface="Calibri"/>
                <a:hlinkClick r:id="rId2"/>
              </a:rPr>
              <a:t>@virginia.edu</a:t>
            </a:r>
            <a:endParaRPr lang="en-US" sz="2000">
              <a:ea typeface="Calibri"/>
              <a:cs typeface="Calibri"/>
            </a:endParaRPr>
          </a:p>
          <a:p>
            <a:endParaRPr lang="en-US" sz="2000">
              <a:ea typeface="Calibri"/>
              <a:cs typeface="Calibri"/>
            </a:endParaRPr>
          </a:p>
        </p:txBody>
      </p:sp>
      <p:sp>
        <p:nvSpPr>
          <p:cNvPr id="6" name="Subtitle 2">
            <a:extLst>
              <a:ext uri="{FF2B5EF4-FFF2-40B4-BE49-F238E27FC236}">
                <a16:creationId xmlns:a16="http://schemas.microsoft.com/office/drawing/2014/main" id="{FFBB1217-55CE-088E-C777-0ED358E4D38A}"/>
              </a:ext>
            </a:extLst>
          </p:cNvPr>
          <p:cNvSpPr txBox="1">
            <a:spLocks/>
          </p:cNvSpPr>
          <p:nvPr/>
        </p:nvSpPr>
        <p:spPr>
          <a:xfrm>
            <a:off x="7596094" y="4135152"/>
            <a:ext cx="4477871" cy="1752600"/>
          </a:xfrm>
        </p:spPr>
        <p:txBody>
          <a:bodyPr lIns="91440" tIns="45720" rIns="91440" bIns="45720" anchor="t"/>
          <a:lstStyle>
            <a:lvl1pPr marL="0" indent="0" algn="l" defTabSz="914400" rtl="0" eaLnBrk="1" latinLnBrk="0" hangingPunct="1">
              <a:lnSpc>
                <a:spcPct val="90000"/>
              </a:lnSpc>
              <a:spcBef>
                <a:spcPts val="1000"/>
              </a:spcBef>
              <a:buFont typeface="Arial"/>
              <a:buNone/>
              <a:defRPr sz="2800" kern="1200">
                <a:solidFill>
                  <a:schemeClr val="tx1">
                    <a:lumMod val="75000"/>
                    <a:lumOff val="25000"/>
                  </a:schemeClr>
                </a:solidFill>
                <a:latin typeface="+mn-lt"/>
                <a:ea typeface="+mn-ea"/>
                <a:cs typeface="+mn-cs"/>
              </a:defRPr>
            </a:lvl1pPr>
            <a:lvl2pPr marL="457200" indent="0" algn="ctr" defTabSz="914400" rtl="0" eaLnBrk="1" latinLnBrk="0" hangingPunct="1">
              <a:lnSpc>
                <a:spcPct val="90000"/>
              </a:lnSpc>
              <a:spcBef>
                <a:spcPts val="500"/>
              </a:spcBef>
              <a:buFont typeface="Arial"/>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9pPr>
          </a:lstStyle>
          <a:p>
            <a:r>
              <a:rPr lang="en-US">
                <a:ea typeface="Calibri"/>
                <a:cs typeface="Calibri"/>
              </a:rPr>
              <a:t>Paul Orndorff</a:t>
            </a:r>
          </a:p>
          <a:p>
            <a:r>
              <a:rPr lang="en-US" sz="2000">
                <a:ea typeface="Calibri"/>
                <a:cs typeface="Calibri"/>
              </a:rPr>
              <a:t>Computational Scientist</a:t>
            </a:r>
          </a:p>
          <a:p>
            <a:r>
              <a:rPr lang="en-US" sz="2000">
                <a:ea typeface="Calibri"/>
                <a:cs typeface="Calibri"/>
              </a:rPr>
              <a:t>E:</a:t>
            </a:r>
            <a:r>
              <a:rPr lang="en-US" sz="2000">
                <a:ea typeface="+mn-lt"/>
                <a:cs typeface="+mn-lt"/>
              </a:rPr>
              <a:t> egg3xa@virginia.edu</a:t>
            </a:r>
          </a:p>
        </p:txBody>
      </p:sp>
    </p:spTree>
    <p:extLst>
      <p:ext uri="{BB962C8B-B14F-4D97-AF65-F5344CB8AC3E}">
        <p14:creationId xmlns:p14="http://schemas.microsoft.com/office/powerpoint/2010/main" val="3028671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3041" y="365126"/>
            <a:ext cx="9951618" cy="1325563"/>
          </a:xfrm>
        </p:spPr>
        <p:txBody>
          <a:bodyPr lIns="91440" tIns="45720" rIns="91440" bIns="45720" anchor="t"/>
          <a:lstStyle/>
          <a:p>
            <a:r>
              <a:rPr lang="en-US">
                <a:latin typeface="Aptos Display"/>
                <a:ea typeface="Calibri Light"/>
                <a:cs typeface="Calibri Light"/>
              </a:rPr>
              <a:t>High Performance Computing (HPC) at UVA</a:t>
            </a:r>
            <a:endParaRPr lang="en-US"/>
          </a:p>
        </p:txBody>
      </p:sp>
      <p:sp>
        <p:nvSpPr>
          <p:cNvPr id="3" name="Content Placeholder 2"/>
          <p:cNvSpPr>
            <a:spLocks noGrp="1"/>
          </p:cNvSpPr>
          <p:nvPr>
            <p:ph sz="quarter" idx="10"/>
          </p:nvPr>
        </p:nvSpPr>
        <p:spPr/>
        <p:txBody>
          <a:bodyPr lIns="91440" tIns="45720" rIns="91440" bIns="45720" anchor="t">
            <a:normAutofit lnSpcReduction="10000"/>
          </a:bodyPr>
          <a:lstStyle/>
          <a:p>
            <a:pPr marL="0" indent="0">
              <a:buNone/>
            </a:pPr>
            <a:r>
              <a:rPr lang="en-US" sz="2400">
                <a:latin typeface="Aptos"/>
              </a:rPr>
              <a:t>HPC computing systems tailored to data sensitivity</a:t>
            </a:r>
            <a:endParaRPr lang="en-US"/>
          </a:p>
          <a:p>
            <a:pPr lvl="1"/>
            <a:endParaRPr lang="en-US" sz="2000">
              <a:latin typeface="Aptos"/>
            </a:endParaRPr>
          </a:p>
          <a:p>
            <a:r>
              <a:rPr lang="en-US" sz="2400">
                <a:latin typeface="Aptos"/>
              </a:rPr>
              <a:t>Rivanna/Afton (Standard Security)</a:t>
            </a:r>
          </a:p>
          <a:p>
            <a:pPr lvl="1"/>
            <a:r>
              <a:rPr lang="en-US" sz="2000">
                <a:latin typeface="Aptos"/>
              </a:rPr>
              <a:t>To process and store public data, internal use data, or sensitive data.</a:t>
            </a:r>
          </a:p>
          <a:p>
            <a:pPr lvl="1"/>
            <a:r>
              <a:rPr lang="en-US" sz="2000">
                <a:latin typeface="Aptos"/>
              </a:rPr>
              <a:t>Highly Sensitive Data is not permissible</a:t>
            </a:r>
          </a:p>
          <a:p>
            <a:pPr lvl="1"/>
            <a:r>
              <a:rPr lang="en-US" sz="2000">
                <a:latin typeface="Aptos"/>
              </a:rPr>
              <a:t>More information on the SSZ HPC can be found in our </a:t>
            </a:r>
            <a:r>
              <a:rPr lang="en-US" sz="2000">
                <a:latin typeface="Aptos"/>
                <a:hlinkClick r:id="rId3"/>
              </a:rPr>
              <a:t>Intro to HPC slides</a:t>
            </a:r>
            <a:r>
              <a:rPr lang="en-US" sz="2000">
                <a:latin typeface="Aptos"/>
              </a:rPr>
              <a:t>.</a:t>
            </a:r>
            <a:endParaRPr lang="en-US" sz="2000"/>
          </a:p>
          <a:p>
            <a:pPr lvl="1"/>
            <a:endParaRPr lang="en-US" sz="2000">
              <a:latin typeface="Aptos"/>
            </a:endParaRPr>
          </a:p>
          <a:p>
            <a:r>
              <a:rPr lang="en-US" sz="2400">
                <a:latin typeface="Aptos"/>
              </a:rPr>
              <a:t>Rio (High Security)</a:t>
            </a:r>
          </a:p>
          <a:p>
            <a:pPr lvl="1"/>
            <a:r>
              <a:rPr lang="en-US" sz="2000">
                <a:latin typeface="Aptos"/>
              </a:rPr>
              <a:t>To process and store Highly Sensitive Data such as HIPAA, FERPA, Controlled Access Data (CAD), etc.  </a:t>
            </a:r>
          </a:p>
          <a:p>
            <a:pPr lvl="1"/>
            <a:r>
              <a:rPr lang="en-US" sz="2000" b="1">
                <a:latin typeface="Aptos"/>
              </a:rPr>
              <a:t>Not</a:t>
            </a:r>
            <a:r>
              <a:rPr lang="en-US" sz="2000">
                <a:latin typeface="Aptos"/>
              </a:rPr>
              <a:t> CUI certified yet, use Ivy VM</a:t>
            </a:r>
          </a:p>
          <a:p>
            <a:pPr marL="0" indent="0">
              <a:buNone/>
            </a:pPr>
            <a:endParaRPr lang="en-US" sz="2400">
              <a:latin typeface="Aptos"/>
            </a:endParaRPr>
          </a:p>
          <a:p>
            <a:pPr marL="0" indent="0">
              <a:buNone/>
            </a:pPr>
            <a:r>
              <a:rPr lang="en-US" sz="2400">
                <a:latin typeface="Aptos"/>
              </a:rPr>
              <a:t>For more information, please see </a:t>
            </a:r>
            <a:r>
              <a:rPr lang="en-US">
                <a:latin typeface="Calibri"/>
                <a:ea typeface="Calibri"/>
                <a:cs typeface="Calibri"/>
                <a:hlinkClick r:id="rId4"/>
              </a:rPr>
              <a:t>RC Systems Data Sensitivity</a:t>
            </a:r>
            <a:endParaRPr lang="en-US"/>
          </a:p>
          <a:p>
            <a:endParaRPr lang="en-US">
              <a:ea typeface="Calibri"/>
              <a:cs typeface="Calibri"/>
            </a:endParaRPr>
          </a:p>
        </p:txBody>
      </p:sp>
    </p:spTree>
    <p:extLst>
      <p:ext uri="{BB962C8B-B14F-4D97-AF65-F5344CB8AC3E}">
        <p14:creationId xmlns:p14="http://schemas.microsoft.com/office/powerpoint/2010/main" val="315555121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Highly Sensitive Data</a:t>
            </a:r>
            <a:endParaRPr lang="en-US"/>
          </a:p>
        </p:txBody>
      </p:sp>
      <p:sp>
        <p:nvSpPr>
          <p:cNvPr id="3" name="Content Placeholder 2"/>
          <p:cNvSpPr>
            <a:spLocks noGrp="1"/>
          </p:cNvSpPr>
          <p:nvPr>
            <p:ph sz="quarter" idx="10"/>
          </p:nvPr>
        </p:nvSpPr>
        <p:spPr/>
        <p:txBody>
          <a:bodyPr lIns="91440" tIns="45720" rIns="91440" bIns="45720" anchor="t">
            <a:normAutofit/>
          </a:bodyPr>
          <a:lstStyle/>
          <a:p>
            <a:pPr marL="0" indent="0">
              <a:buNone/>
            </a:pPr>
            <a:r>
              <a:rPr lang="en-US" sz="2400">
                <a:latin typeface="Aptos"/>
              </a:rPr>
              <a:t>Data that require restrictions on access under the law or that may be protected from release in accordance with applicable law or regulation. </a:t>
            </a:r>
          </a:p>
          <a:p>
            <a:pPr marL="0" indent="0">
              <a:buNone/>
            </a:pPr>
            <a:endParaRPr lang="en-US" sz="2400">
              <a:latin typeface="Aptos"/>
            </a:endParaRPr>
          </a:p>
          <a:p>
            <a:pPr marL="0" indent="0">
              <a:buNone/>
            </a:pPr>
            <a:r>
              <a:rPr lang="en-US" sz="2400">
                <a:latin typeface="Aptos"/>
              </a:rPr>
              <a:t>Examples:</a:t>
            </a:r>
          </a:p>
          <a:p>
            <a:pPr marL="571500" indent="-342900"/>
            <a:r>
              <a:rPr lang="en-US" sz="2000">
                <a:latin typeface="Aptos"/>
              </a:rPr>
              <a:t>Personally identifiable information (PII) is any information that can be used to identify a person. Examples include social security number, passport number, driver’s license number, military identification number, or biometric records</a:t>
            </a:r>
          </a:p>
          <a:p>
            <a:pPr marL="1428750" lvl="2" indent="-285750">
              <a:buFont typeface="Wingdings,Sans-Serif"/>
              <a:buChar char="§"/>
            </a:pPr>
            <a:endParaRPr lang="en-US">
              <a:latin typeface="Aptos"/>
            </a:endParaRPr>
          </a:p>
          <a:p>
            <a:pPr marL="514350" indent="-285750"/>
            <a:r>
              <a:rPr lang="en-US" sz="2000">
                <a:latin typeface="Aptos"/>
              </a:rPr>
              <a:t>Health information that reveals an individual’s health condition and/or medical history, including information defined by the Health Insurance Portability and Accountability Act (HIPAA)</a:t>
            </a:r>
            <a:endParaRPr lang="en-US" sz="2000">
              <a:ea typeface="Calibri" panose="020F0502020204030204"/>
              <a:cs typeface="Calibri" panose="020F0502020204030204"/>
            </a:endParaRPr>
          </a:p>
        </p:txBody>
      </p:sp>
    </p:spTree>
    <p:extLst>
      <p:ext uri="{BB962C8B-B14F-4D97-AF65-F5344CB8AC3E}">
        <p14:creationId xmlns:p14="http://schemas.microsoft.com/office/powerpoint/2010/main" val="3071774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Ivy and Rio (Overview)</a:t>
            </a:r>
            <a:endParaRPr lang="en-US"/>
          </a:p>
        </p:txBody>
      </p:sp>
      <p:sp>
        <p:nvSpPr>
          <p:cNvPr id="3" name="Content Placeholder 2"/>
          <p:cNvSpPr>
            <a:spLocks noGrp="1"/>
          </p:cNvSpPr>
          <p:nvPr>
            <p:ph sz="quarter" idx="10"/>
          </p:nvPr>
        </p:nvSpPr>
        <p:spPr/>
        <p:txBody>
          <a:bodyPr lIns="91440" tIns="45720" rIns="91440" bIns="45720" anchor="t">
            <a:normAutofit fontScale="92500" lnSpcReduction="10000"/>
          </a:bodyPr>
          <a:lstStyle/>
          <a:p>
            <a:pPr marL="0" indent="0">
              <a:buNone/>
            </a:pPr>
            <a:r>
              <a:rPr lang="en-US">
                <a:latin typeface="Aptos"/>
                <a:ea typeface="+mn-lt"/>
                <a:cs typeface="+mn-lt"/>
              </a:rPr>
              <a:t>Ivy</a:t>
            </a:r>
            <a:endParaRPr lang="en-US">
              <a:latin typeface="Calibri" panose="020F0502020204030204"/>
              <a:ea typeface="+mn-lt"/>
              <a:cs typeface="+mn-lt"/>
            </a:endParaRPr>
          </a:p>
          <a:p>
            <a:r>
              <a:rPr lang="en-US" sz="2400">
                <a:latin typeface="Aptos"/>
                <a:ea typeface="+mn-lt"/>
                <a:cs typeface="+mn-lt"/>
              </a:rPr>
              <a:t>Secure computing environment, offering Virtual Machines (VM) with both Linux and Windows operating systems. </a:t>
            </a:r>
            <a:endParaRPr lang="en-US" sz="2400">
              <a:ea typeface="Calibri"/>
              <a:cs typeface="Calibri"/>
            </a:endParaRPr>
          </a:p>
          <a:p>
            <a:r>
              <a:rPr lang="en-US" sz="2400">
                <a:latin typeface="Aptos"/>
                <a:ea typeface="+mn-lt"/>
                <a:cs typeface="+mn-lt"/>
              </a:rPr>
              <a:t>Ivy VM is designed for interactive and small-scale analysis of</a:t>
            </a:r>
            <a:r>
              <a:rPr lang="en-US" sz="2400">
                <a:ea typeface="+mn-lt"/>
                <a:cs typeface="+mn-lt"/>
              </a:rPr>
              <a:t> highly sensitive data, including HIPAA, FERPA, and CUI. </a:t>
            </a:r>
            <a:endParaRPr lang="en-US" sz="2400">
              <a:ea typeface="Calibri" panose="020F0502020204030204"/>
              <a:cs typeface="Calibri" panose="020F0502020204030204"/>
            </a:endParaRPr>
          </a:p>
          <a:p>
            <a:r>
              <a:rPr lang="en-US" sz="2400">
                <a:latin typeface="Aptos"/>
              </a:rPr>
              <a:t>Access to the Ivy platform is project based. Each project gets a VM.</a:t>
            </a:r>
          </a:p>
          <a:p>
            <a:r>
              <a:rPr lang="en-US" sz="2400">
                <a:latin typeface="Aptos"/>
                <a:ea typeface="+mn-lt"/>
                <a:cs typeface="+mn-lt"/>
              </a:rPr>
              <a:t>Project-specific storage volumes are mounted to the VM and available on the HPC system, enabling a seamless transition between tasks on VM and HPC environment.</a:t>
            </a:r>
            <a:endParaRPr lang="en-US" sz="2400">
              <a:latin typeface="Aptos"/>
            </a:endParaRPr>
          </a:p>
          <a:p>
            <a:r>
              <a:rPr lang="en-US" sz="2400">
                <a:latin typeface="Aptos"/>
                <a:ea typeface="+mn-lt"/>
                <a:cs typeface="+mn-lt"/>
              </a:rPr>
              <a:t>Ivy Linux VMs can serve as a frontend for accessing the Rio HPC system (available upon request).</a:t>
            </a:r>
          </a:p>
          <a:p>
            <a:pPr marL="0" indent="0">
              <a:buNone/>
            </a:pPr>
            <a:r>
              <a:rPr lang="en-US">
                <a:latin typeface="Aptos"/>
              </a:rPr>
              <a:t>Rio</a:t>
            </a:r>
          </a:p>
          <a:p>
            <a:r>
              <a:rPr lang="en-US" sz="2400">
                <a:latin typeface="Aptos"/>
              </a:rPr>
              <a:t>For large scale analysis of HIPAA, FERPA, and CAD</a:t>
            </a:r>
          </a:p>
          <a:p>
            <a:endParaRPr lang="en-US" sz="2400">
              <a:latin typeface="Aptos"/>
              <a:ea typeface="Calibri" panose="020F0502020204030204"/>
              <a:cs typeface="Calibri" panose="020F0502020204030204"/>
            </a:endParaRPr>
          </a:p>
          <a:p>
            <a:endParaRPr lang="en-US">
              <a:latin typeface="Aptos"/>
            </a:endParaRPr>
          </a:p>
        </p:txBody>
      </p:sp>
    </p:spTree>
    <p:extLst>
      <p:ext uri="{BB962C8B-B14F-4D97-AF65-F5344CB8AC3E}">
        <p14:creationId xmlns:p14="http://schemas.microsoft.com/office/powerpoint/2010/main" val="4714100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Terminology</a:t>
            </a:r>
            <a:endParaRPr lang="en-US"/>
          </a:p>
        </p:txBody>
      </p:sp>
      <p:sp>
        <p:nvSpPr>
          <p:cNvPr id="3" name="Content Placeholder 2"/>
          <p:cNvSpPr>
            <a:spLocks noGrp="1"/>
          </p:cNvSpPr>
          <p:nvPr>
            <p:ph sz="quarter" idx="10"/>
          </p:nvPr>
        </p:nvSpPr>
        <p:spPr/>
        <p:txBody>
          <a:bodyPr lIns="91440" tIns="45720" rIns="91440" bIns="45720" anchor="t">
            <a:normAutofit fontScale="92500" lnSpcReduction="10000"/>
          </a:bodyPr>
          <a:lstStyle/>
          <a:p>
            <a:r>
              <a:rPr lang="en-US" sz="2400">
                <a:latin typeface="Aptos"/>
              </a:rPr>
              <a:t>Node</a:t>
            </a:r>
            <a:endParaRPr lang="en-US" sz="2400">
              <a:ea typeface="Calibri" panose="020F0502020204030204"/>
              <a:cs typeface="Calibri" panose="020F0502020204030204"/>
            </a:endParaRPr>
          </a:p>
          <a:p>
            <a:pPr lvl="1" indent="-342900"/>
            <a:r>
              <a:rPr lang="en-US" sz="2200">
                <a:latin typeface="Aptos"/>
              </a:rPr>
              <a:t>Nodes are a type of computer called a server</a:t>
            </a:r>
          </a:p>
          <a:p>
            <a:pPr lvl="1" indent="-342900"/>
            <a:r>
              <a:rPr lang="en-US" sz="2000">
                <a:latin typeface="Aptos"/>
              </a:rPr>
              <a:t>They generally have more power than a typical computer.</a:t>
            </a:r>
          </a:p>
          <a:p>
            <a:pPr lvl="1" indent="-342900"/>
            <a:r>
              <a:rPr lang="en-US" sz="2000">
                <a:latin typeface="Aptos"/>
              </a:rPr>
              <a:t>They may have specialty hardware like graphical processing units</a:t>
            </a:r>
          </a:p>
          <a:p>
            <a:pPr lvl="1" indent="-342900"/>
            <a:r>
              <a:rPr lang="en-US" sz="2200">
                <a:latin typeface="Aptos"/>
              </a:rPr>
              <a:t>Two types of Nodes:</a:t>
            </a:r>
          </a:p>
          <a:p>
            <a:pPr lvl="2"/>
            <a:r>
              <a:rPr lang="en-US" b="1">
                <a:latin typeface="Aptos"/>
              </a:rPr>
              <a:t>Login node</a:t>
            </a:r>
            <a:r>
              <a:rPr lang="en-US">
                <a:latin typeface="Aptos"/>
              </a:rPr>
              <a:t> - a server used for logging in and submitting jobs. </a:t>
            </a:r>
          </a:p>
          <a:p>
            <a:pPr lvl="2"/>
            <a:r>
              <a:rPr lang="en-US" b="1">
                <a:latin typeface="Aptos"/>
              </a:rPr>
              <a:t>Compute node</a:t>
            </a:r>
            <a:r>
              <a:rPr lang="en-US">
                <a:latin typeface="Aptos"/>
              </a:rPr>
              <a:t> - a server that carries out the computational work.</a:t>
            </a:r>
          </a:p>
          <a:p>
            <a:pPr marL="285750" indent="-285750"/>
            <a:r>
              <a:rPr lang="en-US" sz="2200">
                <a:latin typeface="Aptos"/>
              </a:rPr>
              <a:t>Core</a:t>
            </a:r>
          </a:p>
          <a:p>
            <a:pPr lvl="1" indent="-342900"/>
            <a:r>
              <a:rPr lang="en-US" sz="2200">
                <a:latin typeface="Aptos"/>
              </a:rPr>
              <a:t>An individual processor on a computer </a:t>
            </a:r>
          </a:p>
          <a:p>
            <a:r>
              <a:rPr lang="en-US" sz="2200">
                <a:latin typeface="Aptos"/>
              </a:rPr>
              <a:t>Memory</a:t>
            </a:r>
          </a:p>
          <a:p>
            <a:pPr lvl="1" indent="-342900"/>
            <a:r>
              <a:rPr lang="en-US" sz="2200">
                <a:latin typeface="Aptos"/>
              </a:rPr>
              <a:t>The random-access memory on a node</a:t>
            </a:r>
          </a:p>
          <a:p>
            <a:r>
              <a:rPr lang="en-US" sz="2200">
                <a:latin typeface="Aptos"/>
              </a:rPr>
              <a:t>Storage</a:t>
            </a:r>
          </a:p>
          <a:p>
            <a:pPr lvl="1" indent="-342900"/>
            <a:r>
              <a:rPr lang="en-US" sz="2200">
                <a:latin typeface="Aptos"/>
              </a:rPr>
              <a:t>Disk storage visible from a node</a:t>
            </a:r>
          </a:p>
          <a:p>
            <a:pPr lvl="2"/>
            <a:endParaRPr lang="en-US">
              <a:latin typeface="Aptos"/>
            </a:endParaRPr>
          </a:p>
          <a:p>
            <a:endParaRPr lang="en-US">
              <a:ea typeface="Calibri"/>
              <a:cs typeface="Calibri"/>
            </a:endParaRPr>
          </a:p>
        </p:txBody>
      </p:sp>
    </p:spTree>
    <p:extLst>
      <p:ext uri="{BB962C8B-B14F-4D97-AF65-F5344CB8AC3E}">
        <p14:creationId xmlns:p14="http://schemas.microsoft.com/office/powerpoint/2010/main" val="2706401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65FA46-0AC3-2CD6-5CFB-671F0162691B}"/>
              </a:ext>
            </a:extLst>
          </p:cNvPr>
          <p:cNvSpPr txBox="1"/>
          <p:nvPr/>
        </p:nvSpPr>
        <p:spPr>
          <a:xfrm>
            <a:off x="4923979" y="189936"/>
            <a:ext cx="2737973" cy="584775"/>
          </a:xfrm>
          <a:prstGeom prst="rect">
            <a:avLst/>
          </a:prstGeom>
          <a:noFill/>
          <a:ln>
            <a:solidFill>
              <a:schemeClr val="tx1"/>
            </a:solidFill>
          </a:ln>
        </p:spPr>
        <p:txBody>
          <a:bodyPr wrap="square" lIns="91440" tIns="45720" rIns="91440" bIns="45720" rtlCol="0" anchor="t">
            <a:spAutoFit/>
          </a:bodyPr>
          <a:lstStyle/>
          <a:p>
            <a:pPr algn="ctr"/>
            <a:r>
              <a:rPr lang="en-US" sz="3200"/>
              <a:t>VM Request </a:t>
            </a:r>
            <a:r>
              <a:rPr lang="en-US" sz="2400"/>
              <a:t>(PI)</a:t>
            </a:r>
          </a:p>
        </p:txBody>
      </p:sp>
      <p:sp>
        <p:nvSpPr>
          <p:cNvPr id="6" name="TextBox 5">
            <a:extLst>
              <a:ext uri="{FF2B5EF4-FFF2-40B4-BE49-F238E27FC236}">
                <a16:creationId xmlns:a16="http://schemas.microsoft.com/office/drawing/2014/main" id="{68452B4A-FEC4-4A5D-3600-0F83AA195E4A}"/>
              </a:ext>
            </a:extLst>
          </p:cNvPr>
          <p:cNvSpPr txBox="1"/>
          <p:nvPr/>
        </p:nvSpPr>
        <p:spPr>
          <a:xfrm>
            <a:off x="5302950" y="1801900"/>
            <a:ext cx="1935333" cy="954107"/>
          </a:xfrm>
          <a:prstGeom prst="rect">
            <a:avLst/>
          </a:prstGeom>
          <a:noFill/>
          <a:ln>
            <a:solidFill>
              <a:schemeClr val="tx1"/>
            </a:solidFill>
          </a:ln>
        </p:spPr>
        <p:txBody>
          <a:bodyPr wrap="square" rtlCol="0">
            <a:spAutoFit/>
          </a:bodyPr>
          <a:lstStyle/>
          <a:p>
            <a:pPr algn="ctr"/>
            <a:r>
              <a:rPr lang="en-US" sz="3200"/>
              <a:t>Account </a:t>
            </a:r>
            <a:r>
              <a:rPr lang="en-US" sz="2400"/>
              <a:t>(user)</a:t>
            </a:r>
          </a:p>
        </p:txBody>
      </p:sp>
      <p:sp>
        <p:nvSpPr>
          <p:cNvPr id="8" name="TextBox 7">
            <a:extLst>
              <a:ext uri="{FF2B5EF4-FFF2-40B4-BE49-F238E27FC236}">
                <a16:creationId xmlns:a16="http://schemas.microsoft.com/office/drawing/2014/main" id="{667418F0-E4FD-C2A4-7B52-6E10A9689571}"/>
              </a:ext>
            </a:extLst>
          </p:cNvPr>
          <p:cNvSpPr txBox="1"/>
          <p:nvPr/>
        </p:nvSpPr>
        <p:spPr>
          <a:xfrm>
            <a:off x="5205845" y="3031937"/>
            <a:ext cx="2133600" cy="584775"/>
          </a:xfrm>
          <a:prstGeom prst="rect">
            <a:avLst/>
          </a:prstGeom>
          <a:noFill/>
          <a:ln>
            <a:solidFill>
              <a:schemeClr val="tx1"/>
            </a:solidFill>
          </a:ln>
        </p:spPr>
        <p:txBody>
          <a:bodyPr wrap="square" rtlCol="0">
            <a:spAutoFit/>
          </a:bodyPr>
          <a:lstStyle/>
          <a:p>
            <a:pPr algn="ctr"/>
            <a:r>
              <a:rPr lang="en-US" sz="3200"/>
              <a:t>Connection</a:t>
            </a:r>
          </a:p>
        </p:txBody>
      </p:sp>
      <p:sp>
        <p:nvSpPr>
          <p:cNvPr id="9" name="TextBox 8">
            <a:extLst>
              <a:ext uri="{FF2B5EF4-FFF2-40B4-BE49-F238E27FC236}">
                <a16:creationId xmlns:a16="http://schemas.microsoft.com/office/drawing/2014/main" id="{7C17B564-DAF2-8BFA-1F2C-0C99FF43F9F7}"/>
              </a:ext>
            </a:extLst>
          </p:cNvPr>
          <p:cNvSpPr txBox="1"/>
          <p:nvPr/>
        </p:nvSpPr>
        <p:spPr>
          <a:xfrm>
            <a:off x="4237438" y="3849836"/>
            <a:ext cx="4070413" cy="584775"/>
          </a:xfrm>
          <a:prstGeom prst="rect">
            <a:avLst/>
          </a:prstGeom>
          <a:noFill/>
          <a:ln>
            <a:solidFill>
              <a:schemeClr val="tx1"/>
            </a:solidFill>
          </a:ln>
        </p:spPr>
        <p:txBody>
          <a:bodyPr wrap="square" rtlCol="0">
            <a:spAutoFit/>
          </a:bodyPr>
          <a:lstStyle/>
          <a:p>
            <a:pPr algn="ctr"/>
            <a:r>
              <a:rPr lang="en-US" sz="3200"/>
              <a:t>Cluster Environment</a:t>
            </a:r>
          </a:p>
        </p:txBody>
      </p:sp>
      <p:sp>
        <p:nvSpPr>
          <p:cNvPr id="10" name="TextBox 9">
            <a:extLst>
              <a:ext uri="{FF2B5EF4-FFF2-40B4-BE49-F238E27FC236}">
                <a16:creationId xmlns:a16="http://schemas.microsoft.com/office/drawing/2014/main" id="{10E421ED-2C6C-97AF-BE9A-5360E9904A57}"/>
              </a:ext>
            </a:extLst>
          </p:cNvPr>
          <p:cNvSpPr txBox="1"/>
          <p:nvPr/>
        </p:nvSpPr>
        <p:spPr>
          <a:xfrm>
            <a:off x="2796997" y="5019386"/>
            <a:ext cx="2107706" cy="954107"/>
          </a:xfrm>
          <a:prstGeom prst="rect">
            <a:avLst/>
          </a:prstGeom>
          <a:noFill/>
          <a:ln>
            <a:solidFill>
              <a:schemeClr val="tx1"/>
            </a:solidFill>
          </a:ln>
        </p:spPr>
        <p:txBody>
          <a:bodyPr wrap="square" rtlCol="0">
            <a:spAutoFit/>
          </a:bodyPr>
          <a:lstStyle/>
          <a:p>
            <a:pPr algn="ctr"/>
            <a:r>
              <a:rPr lang="en-US" sz="3200"/>
              <a:t>Modules </a:t>
            </a:r>
            <a:r>
              <a:rPr lang="en-US" sz="2400"/>
              <a:t>(software)</a:t>
            </a:r>
          </a:p>
        </p:txBody>
      </p:sp>
      <p:sp>
        <p:nvSpPr>
          <p:cNvPr id="13" name="TextBox 12">
            <a:extLst>
              <a:ext uri="{FF2B5EF4-FFF2-40B4-BE49-F238E27FC236}">
                <a16:creationId xmlns:a16="http://schemas.microsoft.com/office/drawing/2014/main" id="{3DE79A70-0BE8-21D7-08A2-50940EE66927}"/>
              </a:ext>
            </a:extLst>
          </p:cNvPr>
          <p:cNvSpPr txBox="1"/>
          <p:nvPr/>
        </p:nvSpPr>
        <p:spPr>
          <a:xfrm>
            <a:off x="5179949" y="5019386"/>
            <a:ext cx="2172068" cy="954107"/>
          </a:xfrm>
          <a:prstGeom prst="rect">
            <a:avLst/>
          </a:prstGeom>
          <a:noFill/>
          <a:ln>
            <a:solidFill>
              <a:schemeClr val="tx1"/>
            </a:solidFill>
          </a:ln>
        </p:spPr>
        <p:txBody>
          <a:bodyPr wrap="square" rtlCol="0">
            <a:spAutoFit/>
          </a:bodyPr>
          <a:lstStyle/>
          <a:p>
            <a:pPr algn="ctr"/>
            <a:r>
              <a:rPr lang="en-US" sz="3200"/>
              <a:t>Partitions </a:t>
            </a:r>
            <a:r>
              <a:rPr lang="en-US" sz="2400"/>
              <a:t>(hardware)</a:t>
            </a:r>
          </a:p>
        </p:txBody>
      </p:sp>
      <p:sp>
        <p:nvSpPr>
          <p:cNvPr id="14" name="TextBox 13">
            <a:extLst>
              <a:ext uri="{FF2B5EF4-FFF2-40B4-BE49-F238E27FC236}">
                <a16:creationId xmlns:a16="http://schemas.microsoft.com/office/drawing/2014/main" id="{19B2AE4E-7FB0-447B-7AED-2A08D02FA746}"/>
              </a:ext>
            </a:extLst>
          </p:cNvPr>
          <p:cNvSpPr txBox="1"/>
          <p:nvPr/>
        </p:nvSpPr>
        <p:spPr>
          <a:xfrm>
            <a:off x="7627263" y="5028956"/>
            <a:ext cx="2172068" cy="954107"/>
          </a:xfrm>
          <a:prstGeom prst="rect">
            <a:avLst/>
          </a:prstGeom>
          <a:solidFill>
            <a:schemeClr val="bg1"/>
          </a:solidFill>
          <a:ln>
            <a:solidFill>
              <a:schemeClr val="tx1"/>
            </a:solidFill>
          </a:ln>
        </p:spPr>
        <p:txBody>
          <a:bodyPr wrap="square" lIns="91440" tIns="45720" rIns="91440" bIns="45720" rtlCol="0" anchor="t">
            <a:spAutoFit/>
          </a:bodyPr>
          <a:lstStyle/>
          <a:p>
            <a:pPr algn="ctr"/>
            <a:r>
              <a:rPr lang="en-US" sz="3200"/>
              <a:t>Slurm </a:t>
            </a:r>
            <a:r>
              <a:rPr lang="en-US" sz="2400"/>
              <a:t>(scheduler)</a:t>
            </a:r>
          </a:p>
        </p:txBody>
      </p:sp>
      <p:cxnSp>
        <p:nvCxnSpPr>
          <p:cNvPr id="16" name="Straight Arrow Connector 15">
            <a:extLst>
              <a:ext uri="{FF2B5EF4-FFF2-40B4-BE49-F238E27FC236}">
                <a16:creationId xmlns:a16="http://schemas.microsoft.com/office/drawing/2014/main" id="{8D8BD1E3-D776-6EED-C06F-F0B2BBE5CEDC}"/>
              </a:ext>
            </a:extLst>
          </p:cNvPr>
          <p:cNvCxnSpPr>
            <a:cxnSpLocks/>
            <a:stCxn id="4" idx="2"/>
            <a:endCxn id="6" idx="0"/>
          </p:cNvCxnSpPr>
          <p:nvPr/>
        </p:nvCxnSpPr>
        <p:spPr>
          <a:xfrm flipH="1">
            <a:off x="6290805" y="794503"/>
            <a:ext cx="2161" cy="1999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95477A30-9F1F-5625-1E77-2BDCBCF75C6B}"/>
              </a:ext>
            </a:extLst>
          </p:cNvPr>
          <p:cNvCxnSpPr>
            <a:cxnSpLocks/>
            <a:stCxn id="6" idx="2"/>
            <a:endCxn id="8" idx="0"/>
          </p:cNvCxnSpPr>
          <p:nvPr/>
        </p:nvCxnSpPr>
        <p:spPr>
          <a:xfrm>
            <a:off x="6270617" y="2756007"/>
            <a:ext cx="2028" cy="275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4D063EA7-801F-ECAC-B652-B1979672A148}"/>
              </a:ext>
            </a:extLst>
          </p:cNvPr>
          <p:cNvCxnSpPr/>
          <p:nvPr/>
        </p:nvCxnSpPr>
        <p:spPr>
          <a:xfrm>
            <a:off x="6272646" y="3635851"/>
            <a:ext cx="0" cy="2139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B1EBDDD-F8A2-8A1D-E0F1-AD9FA9D63BDC}"/>
              </a:ext>
            </a:extLst>
          </p:cNvPr>
          <p:cNvCxnSpPr>
            <a:cxnSpLocks/>
          </p:cNvCxnSpPr>
          <p:nvPr/>
        </p:nvCxnSpPr>
        <p:spPr>
          <a:xfrm>
            <a:off x="6265983" y="4434611"/>
            <a:ext cx="0" cy="584775"/>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527016F3-11DF-893B-811F-91DCEF11B2E6}"/>
              </a:ext>
            </a:extLst>
          </p:cNvPr>
          <p:cNvCxnSpPr>
            <a:cxnSpLocks/>
          </p:cNvCxnSpPr>
          <p:nvPr/>
        </p:nvCxnSpPr>
        <p:spPr>
          <a:xfrm>
            <a:off x="3850850" y="4712615"/>
            <a:ext cx="4862447"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F83F5F9-4ECC-5419-8907-7D09BADD8124}"/>
              </a:ext>
            </a:extLst>
          </p:cNvPr>
          <p:cNvCxnSpPr>
            <a:cxnSpLocks/>
            <a:endCxn id="10" idx="0"/>
          </p:cNvCxnSpPr>
          <p:nvPr/>
        </p:nvCxnSpPr>
        <p:spPr>
          <a:xfrm>
            <a:off x="3850850" y="4712615"/>
            <a:ext cx="0" cy="3067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15826FF-8A7E-00A9-2661-153626C293AB}"/>
              </a:ext>
            </a:extLst>
          </p:cNvPr>
          <p:cNvCxnSpPr>
            <a:cxnSpLocks/>
            <a:stCxn id="14" idx="0"/>
          </p:cNvCxnSpPr>
          <p:nvPr/>
        </p:nvCxnSpPr>
        <p:spPr>
          <a:xfrm flipV="1">
            <a:off x="8713297" y="4722185"/>
            <a:ext cx="0" cy="30677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27491D2A-5976-C864-C370-9A19968FDD72}"/>
              </a:ext>
            </a:extLst>
          </p:cNvPr>
          <p:cNvSpPr txBox="1"/>
          <p:nvPr/>
        </p:nvSpPr>
        <p:spPr>
          <a:xfrm>
            <a:off x="3745418" y="987496"/>
            <a:ext cx="5105253" cy="584775"/>
          </a:xfrm>
          <a:prstGeom prst="rect">
            <a:avLst/>
          </a:prstGeom>
          <a:noFill/>
          <a:ln>
            <a:solidFill>
              <a:schemeClr val="tx1"/>
            </a:solidFill>
          </a:ln>
        </p:spPr>
        <p:txBody>
          <a:bodyPr wrap="square" lIns="91440" tIns="45720" rIns="91440" bIns="45720" rtlCol="0" anchor="t">
            <a:spAutoFit/>
          </a:bodyPr>
          <a:lstStyle/>
          <a:p>
            <a:pPr algn="ctr"/>
            <a:r>
              <a:rPr lang="en-US" sz="3200"/>
              <a:t>VM &amp; User Provisioning </a:t>
            </a:r>
            <a:r>
              <a:rPr lang="en-US" sz="2400"/>
              <a:t>(RC)</a:t>
            </a:r>
          </a:p>
        </p:txBody>
      </p:sp>
      <p:cxnSp>
        <p:nvCxnSpPr>
          <p:cNvPr id="3" name="Straight Arrow Connector 2">
            <a:extLst>
              <a:ext uri="{FF2B5EF4-FFF2-40B4-BE49-F238E27FC236}">
                <a16:creationId xmlns:a16="http://schemas.microsoft.com/office/drawing/2014/main" id="{D93F8727-5A68-8FC0-B281-CD7AFBACF92C}"/>
              </a:ext>
            </a:extLst>
          </p:cNvPr>
          <p:cNvCxnSpPr>
            <a:cxnSpLocks/>
          </p:cNvCxnSpPr>
          <p:nvPr/>
        </p:nvCxnSpPr>
        <p:spPr>
          <a:xfrm flipH="1">
            <a:off x="6290937" y="1576823"/>
            <a:ext cx="1765" cy="241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1103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solidFill>
                  <a:srgbClr val="172B4D"/>
                </a:solidFill>
                <a:latin typeface="Aptos Display"/>
                <a:ea typeface="Calibri Light"/>
                <a:cs typeface="Calibri Light"/>
              </a:rPr>
              <a:t>Requesting Access to HSZ HPC (Rio) </a:t>
            </a:r>
            <a:endParaRPr lang="en-US">
              <a:latin typeface="Aptos Display"/>
              <a:ea typeface="Calibri Light"/>
              <a:cs typeface="Calibri Light"/>
            </a:endParaRPr>
          </a:p>
          <a:p>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a:bodyPr>
          <a:lstStyle/>
          <a:p>
            <a:r>
              <a:rPr lang="en-US" sz="2400">
                <a:latin typeface="Aptos"/>
              </a:rPr>
              <a:t>Principal Investigators (PIs) can request access by submitting an Ivy Linux VM request through the </a:t>
            </a:r>
            <a:r>
              <a:rPr lang="en-US" sz="2400">
                <a:latin typeface="Aptos"/>
                <a:hlinkClick r:id="rId3"/>
              </a:rPr>
              <a:t>services app</a:t>
            </a:r>
            <a:endParaRPr lang="en-US" sz="2400">
              <a:latin typeface="Aptos"/>
            </a:endParaRPr>
          </a:p>
          <a:p>
            <a:endParaRPr lang="en-US" sz="2400">
              <a:latin typeface="Aptos"/>
            </a:endParaRPr>
          </a:p>
          <a:p>
            <a:pPr lvl="1"/>
            <a:r>
              <a:rPr lang="en-US" sz="2000">
                <a:latin typeface="Aptos"/>
              </a:rPr>
              <a:t>Research staff may apply for an exception.</a:t>
            </a:r>
          </a:p>
          <a:p>
            <a:pPr lvl="1"/>
            <a:r>
              <a:rPr lang="en-US" sz="2000">
                <a:latin typeface="Aptos"/>
              </a:rPr>
              <a:t>Students must be sponsored by a faculty member or approved research staff.</a:t>
            </a:r>
          </a:p>
          <a:p>
            <a:pPr lvl="1"/>
            <a:r>
              <a:rPr lang="en-US" sz="2000">
                <a:latin typeface="Aptos"/>
              </a:rPr>
              <a:t>In addition to being a login node to Rio, a Linux VM can be used for preliminary computations as well</a:t>
            </a:r>
          </a:p>
          <a:p>
            <a:pPr lvl="1"/>
            <a:r>
              <a:rPr lang="en-US" sz="2000">
                <a:latin typeface="Aptos"/>
              </a:rPr>
              <a:t>VMs come in different sizes. Request a VM sized appropriately for your workflow. For larger groups or projects with computationally intensive tasks, choose a larger VM. We recommend Small and above.</a:t>
            </a:r>
          </a:p>
          <a:p>
            <a:pPr lvl="1"/>
            <a:r>
              <a:rPr lang="en-US" sz="2000">
                <a:ea typeface="+mn-lt"/>
                <a:cs typeface="+mn-lt"/>
              </a:rPr>
              <a:t>VMs exist in a private, secure network and cannot reach outside resources on the Internet. Inbound and outbound data transfer is managed through the Data Transfer Node (DTN).</a:t>
            </a:r>
            <a:endParaRPr lang="en-US" sz="2000">
              <a:ea typeface="Calibri" panose="020F0502020204030204"/>
              <a:cs typeface="Calibri" panose="020F0502020204030204"/>
            </a:endParaRPr>
          </a:p>
          <a:p>
            <a:pPr lvl="1"/>
            <a:r>
              <a:rPr lang="en-US" sz="2000">
                <a:latin typeface="Aptos"/>
              </a:rPr>
              <a:t>More information on requesting a VM can be found </a:t>
            </a:r>
            <a:r>
              <a:rPr lang="en-US" sz="2000">
                <a:latin typeface="Aptos"/>
                <a:hlinkClick r:id="rId4"/>
              </a:rPr>
              <a:t>here</a:t>
            </a:r>
            <a:r>
              <a:rPr lang="en-US" sz="2000">
                <a:latin typeface="Aptos"/>
              </a:rPr>
              <a:t> on our website.</a:t>
            </a:r>
            <a:endParaRPr lang="en-US" sz="2000">
              <a:latin typeface="Calibri"/>
              <a:ea typeface="Calibri"/>
              <a:cs typeface="Calibri"/>
            </a:endParaRPr>
          </a:p>
          <a:p>
            <a:endParaRPr lang="en-US" sz="2000">
              <a:latin typeface="Aptos"/>
            </a:endParaRPr>
          </a:p>
          <a:p>
            <a:endParaRPr lang="en-US" sz="1800">
              <a:latin typeface="Aptos"/>
            </a:endParaRPr>
          </a:p>
          <a:p>
            <a:endParaRPr lang="en-US">
              <a:ea typeface="Calibri"/>
              <a:cs typeface="Calibri"/>
            </a:endParaRPr>
          </a:p>
        </p:txBody>
      </p:sp>
    </p:spTree>
    <p:extLst>
      <p:ext uri="{BB962C8B-B14F-4D97-AF65-F5344CB8AC3E}">
        <p14:creationId xmlns:p14="http://schemas.microsoft.com/office/powerpoint/2010/main" val="1251091028"/>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VM Provisioning</a:t>
            </a:r>
            <a:endParaRPr lang="en-US"/>
          </a:p>
        </p:txBody>
      </p:sp>
      <p:sp>
        <p:nvSpPr>
          <p:cNvPr id="3" name="Content Placeholder 2"/>
          <p:cNvSpPr>
            <a:spLocks noGrp="1"/>
          </p:cNvSpPr>
          <p:nvPr>
            <p:ph sz="quarter" idx="10"/>
          </p:nvPr>
        </p:nvSpPr>
        <p:spPr/>
        <p:txBody>
          <a:bodyPr lIns="91440" tIns="45720" rIns="91440" bIns="45720" anchor="t">
            <a:normAutofit lnSpcReduction="10000"/>
          </a:bodyPr>
          <a:lstStyle/>
          <a:p>
            <a:pPr marL="0" indent="0">
              <a:buNone/>
            </a:pPr>
            <a:r>
              <a:rPr lang="en-US">
                <a:latin typeface="Aptos"/>
                <a:ea typeface="+mn-lt"/>
                <a:cs typeface="+mn-lt"/>
              </a:rPr>
              <a:t>After access is requested, the Research Computing (RC) team will handle the provisioning of the Virtual Machine (VM). </a:t>
            </a:r>
            <a:endParaRPr lang="en-US">
              <a:latin typeface="Aptos"/>
            </a:endParaRPr>
          </a:p>
          <a:p>
            <a:pPr marL="0" indent="0">
              <a:buNone/>
            </a:pPr>
            <a:r>
              <a:rPr lang="en-US">
                <a:latin typeface="Aptos"/>
                <a:ea typeface="+mn-lt"/>
                <a:cs typeface="+mn-lt"/>
              </a:rPr>
              <a:t>The following steps are carried out by the RC team </a:t>
            </a:r>
            <a:endParaRPr lang="en-US">
              <a:latin typeface="Aptos"/>
              <a:ea typeface="Calibri"/>
              <a:cs typeface="Calibri"/>
            </a:endParaRPr>
          </a:p>
          <a:p>
            <a:endParaRPr lang="en-US">
              <a:latin typeface="Calibri"/>
              <a:ea typeface="Calibri"/>
              <a:cs typeface="Calibri"/>
            </a:endParaRPr>
          </a:p>
          <a:p>
            <a:r>
              <a:rPr lang="en-US" sz="2400">
                <a:latin typeface="Aptos"/>
              </a:rPr>
              <a:t>RC will create a Grouper group for Rio access</a:t>
            </a:r>
          </a:p>
          <a:p>
            <a:r>
              <a:rPr lang="en-US" sz="2400">
                <a:ea typeface="+mn-lt"/>
                <a:cs typeface="+mn-lt"/>
              </a:rPr>
              <a:t>RC will request access to the High Security VPN (HSVPN) on your group's behalf and provision 1 TB of High Security Research Standard storage for your project. This storage volume will also be available when using Rio HPC for your project. </a:t>
            </a:r>
          </a:p>
          <a:p>
            <a:r>
              <a:rPr lang="en-US" sz="2400">
                <a:ea typeface="+mn-lt"/>
                <a:cs typeface="+mn-lt"/>
              </a:rPr>
              <a:t>The PI and researchers will be notified upon the completion of the VM provisioning, and the associated IP address and group name will be provided to them.</a:t>
            </a:r>
            <a:endParaRPr lang="en-US" sz="2400">
              <a:latin typeface="Calibri"/>
              <a:ea typeface="Calibri"/>
              <a:cs typeface="Calibri"/>
            </a:endParaRPr>
          </a:p>
          <a:p>
            <a:endParaRPr lang="en-US" sz="2400">
              <a:latin typeface="Aptos"/>
              <a:ea typeface="Calibri"/>
              <a:cs typeface="Calibri"/>
            </a:endParaRPr>
          </a:p>
        </p:txBody>
      </p:sp>
    </p:spTree>
    <p:extLst>
      <p:ext uri="{BB962C8B-B14F-4D97-AF65-F5344CB8AC3E}">
        <p14:creationId xmlns:p14="http://schemas.microsoft.com/office/powerpoint/2010/main" val="1570450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User Provisioning</a:t>
            </a:r>
            <a:endParaRPr lang="en-US"/>
          </a:p>
        </p:txBody>
      </p:sp>
      <p:sp>
        <p:nvSpPr>
          <p:cNvPr id="3" name="Content Placeholder 2"/>
          <p:cNvSpPr>
            <a:spLocks noGrp="1"/>
          </p:cNvSpPr>
          <p:nvPr>
            <p:ph sz="quarter" idx="10"/>
          </p:nvPr>
        </p:nvSpPr>
        <p:spPr/>
        <p:txBody>
          <a:bodyPr lIns="91440" tIns="45720" rIns="91440" bIns="45720" anchor="t">
            <a:normAutofit/>
          </a:bodyPr>
          <a:lstStyle/>
          <a:p>
            <a:r>
              <a:rPr lang="en-US" sz="2400">
                <a:latin typeface="Aptos"/>
              </a:rPr>
              <a:t>Any users of the VM must be added to the project in the </a:t>
            </a:r>
            <a:r>
              <a:rPr lang="en-US" sz="2400">
                <a:latin typeface="Aptos"/>
                <a:hlinkClick r:id="rId2"/>
              </a:rPr>
              <a:t>services app</a:t>
            </a:r>
            <a:r>
              <a:rPr lang="en-US" sz="2400">
                <a:latin typeface="Aptos"/>
              </a:rPr>
              <a:t> by the PI</a:t>
            </a:r>
          </a:p>
          <a:p>
            <a:pPr lvl="1"/>
            <a:endParaRPr lang="en-US" sz="2200">
              <a:latin typeface="-apple-system"/>
            </a:endParaRPr>
          </a:p>
          <a:p>
            <a:r>
              <a:rPr lang="en-US" sz="2400">
                <a:solidFill>
                  <a:srgbClr val="292B2C"/>
                </a:solidFill>
                <a:latin typeface="Aptos"/>
              </a:rPr>
              <a:t>Once a project is approved, a PI and her/his researchers must sign a RUDA (one for every researcher on each project).</a:t>
            </a:r>
            <a:endParaRPr lang="en-US" sz="2400">
              <a:latin typeface="Aptos"/>
            </a:endParaRPr>
          </a:p>
          <a:p>
            <a:pPr lvl="1"/>
            <a:r>
              <a:rPr lang="en-US" sz="2200">
                <a:latin typeface="Aptos"/>
              </a:rPr>
              <a:t>Each researcher must also complete the </a:t>
            </a:r>
            <a:r>
              <a:rPr lang="en-US" sz="2200">
                <a:latin typeface="Aptos"/>
                <a:hlinkClick r:id="rId3"/>
              </a:rPr>
              <a:t>High </a:t>
            </a:r>
            <a:r>
              <a:rPr lang="en-US" sz="2200">
                <a:latin typeface="-apple-system"/>
                <a:hlinkClick r:id="rId3"/>
              </a:rPr>
              <a:t>Security Awareness Training (HSAT)</a:t>
            </a:r>
            <a:endParaRPr lang="en-US" sz="2200">
              <a:latin typeface="-apple-system"/>
            </a:endParaRPr>
          </a:p>
          <a:p>
            <a:pPr lvl="1"/>
            <a:r>
              <a:rPr lang="en-US" sz="2200">
                <a:solidFill>
                  <a:srgbClr val="172B4D"/>
                </a:solidFill>
                <a:latin typeface="Aptos"/>
              </a:rPr>
              <a:t>This must be completed to permit each researcher access to the HSVPN filter</a:t>
            </a:r>
            <a:endParaRPr lang="en-US" sz="2200">
              <a:latin typeface="Aptos"/>
            </a:endParaRPr>
          </a:p>
        </p:txBody>
      </p:sp>
    </p:spTree>
    <p:extLst>
      <p:ext uri="{BB962C8B-B14F-4D97-AF65-F5344CB8AC3E}">
        <p14:creationId xmlns:p14="http://schemas.microsoft.com/office/powerpoint/2010/main" val="184283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Connecting to the System</a:t>
            </a:r>
            <a:endParaRPr lang="en-US"/>
          </a:p>
        </p:txBody>
      </p:sp>
      <p:sp>
        <p:nvSpPr>
          <p:cNvPr id="3" name="Content Placeholder 2"/>
          <p:cNvSpPr>
            <a:spLocks noGrp="1"/>
          </p:cNvSpPr>
          <p:nvPr>
            <p:ph sz="quarter" idx="10"/>
          </p:nvPr>
        </p:nvSpPr>
        <p:spPr/>
        <p:txBody>
          <a:bodyPr lIns="91440" tIns="45720" rIns="91440" bIns="45720" anchor="t">
            <a:normAutofit/>
          </a:bodyPr>
          <a:lstStyle/>
          <a:p>
            <a:r>
              <a:rPr lang="en-US" sz="2400">
                <a:latin typeface="Aptos"/>
              </a:rPr>
              <a:t>Before connecting to your VM, you must install the following on your workstation. </a:t>
            </a:r>
          </a:p>
          <a:p>
            <a:pPr lvl="1"/>
            <a:r>
              <a:rPr lang="en-US" sz="2000">
                <a:latin typeface="Aptos"/>
                <a:ea typeface="+mn-lt"/>
                <a:cs typeface="+mn-lt"/>
              </a:rPr>
              <a:t>Cisco AnyConnect Secure Mobility Client.</a:t>
            </a:r>
            <a:endParaRPr lang="en-US" sz="2000">
              <a:latin typeface="Aptos"/>
              <a:ea typeface="Calibri"/>
              <a:cs typeface="Calibri"/>
            </a:endParaRPr>
          </a:p>
          <a:p>
            <a:pPr lvl="1"/>
            <a:r>
              <a:rPr lang="en-US" sz="2000" err="1">
                <a:latin typeface="Aptos"/>
                <a:ea typeface="+mn-lt"/>
                <a:cs typeface="+mn-lt"/>
              </a:rPr>
              <a:t>Opswat</a:t>
            </a:r>
            <a:r>
              <a:rPr lang="en-US" sz="2000">
                <a:latin typeface="Aptos"/>
                <a:ea typeface="+mn-lt"/>
                <a:cs typeface="+mn-lt"/>
              </a:rPr>
              <a:t>.</a:t>
            </a:r>
            <a:endParaRPr lang="en-US" sz="2000">
              <a:latin typeface="Aptos"/>
              <a:ea typeface="Calibri"/>
              <a:cs typeface="Calibri"/>
            </a:endParaRPr>
          </a:p>
          <a:p>
            <a:pPr lvl="1"/>
            <a:r>
              <a:rPr lang="en-US" sz="2000">
                <a:latin typeface="Aptos"/>
                <a:ea typeface="Calibri"/>
                <a:cs typeface="Calibri"/>
              </a:rPr>
              <a:t>Duo MFA on personal smartphone.</a:t>
            </a:r>
          </a:p>
          <a:p>
            <a:pPr lvl="1"/>
            <a:r>
              <a:rPr lang="en-US" sz="2000">
                <a:latin typeface="Aptos"/>
                <a:ea typeface="Calibri"/>
                <a:cs typeface="Calibri"/>
              </a:rPr>
              <a:t>Details and links to each are on our </a:t>
            </a:r>
            <a:r>
              <a:rPr lang="en-US" sz="2000">
                <a:latin typeface="Aptos"/>
                <a:ea typeface="Calibri"/>
                <a:cs typeface="Calibri"/>
                <a:hlinkClick r:id="rId2"/>
              </a:rPr>
              <a:t>website</a:t>
            </a:r>
            <a:r>
              <a:rPr lang="en-US" sz="2000">
                <a:latin typeface="Aptos"/>
                <a:ea typeface="Calibri"/>
                <a:cs typeface="Calibri"/>
              </a:rPr>
              <a:t>.</a:t>
            </a:r>
          </a:p>
          <a:p>
            <a:r>
              <a:rPr lang="en-US" sz="2400">
                <a:latin typeface="Aptos"/>
              </a:rPr>
              <a:t>There are two ways to connect to your Linux VM:</a:t>
            </a:r>
          </a:p>
          <a:p>
            <a:pPr lvl="1"/>
            <a:r>
              <a:rPr lang="en-US" sz="2000">
                <a:latin typeface="Aptos"/>
              </a:rPr>
              <a:t>Accessing the VM from a browser window</a:t>
            </a:r>
          </a:p>
          <a:p>
            <a:pPr lvl="1"/>
            <a:r>
              <a:rPr lang="en-US" sz="2000">
                <a:latin typeface="Aptos"/>
              </a:rPr>
              <a:t>Using SSH (Secure Shell)</a:t>
            </a:r>
          </a:p>
          <a:p>
            <a:pPr lvl="2">
              <a:buFont typeface="Wingdings,Sans-Serif"/>
              <a:buChar char="§"/>
            </a:pPr>
            <a:r>
              <a:rPr lang="en-US" sz="1800">
                <a:latin typeface="Aptos"/>
              </a:rPr>
              <a:t>Use a terminal window with Mac/Linux</a:t>
            </a:r>
          </a:p>
          <a:p>
            <a:pPr lvl="2">
              <a:buFont typeface="Wingdings,Sans-Serif"/>
              <a:buChar char="§"/>
            </a:pPr>
            <a:r>
              <a:rPr lang="en-US" sz="1800">
                <a:latin typeface="Aptos"/>
              </a:rPr>
              <a:t>Windows users will need to install an SSH client application. We recommend </a:t>
            </a:r>
            <a:r>
              <a:rPr lang="en-US" sz="1800" err="1">
                <a:latin typeface="Aptos"/>
                <a:hlinkClick r:id="rId3"/>
              </a:rPr>
              <a:t>MobaXTerm</a:t>
            </a:r>
            <a:r>
              <a:rPr lang="en-US" sz="1800">
                <a:latin typeface="Aptos"/>
              </a:rPr>
              <a:t>.</a:t>
            </a:r>
          </a:p>
          <a:p>
            <a:pPr lvl="1"/>
            <a:r>
              <a:rPr lang="en-US" sz="2000">
                <a:latin typeface="Aptos"/>
              </a:rPr>
              <a:t>In either case, you need the IP address of your VM along with your </a:t>
            </a:r>
            <a:r>
              <a:rPr lang="en-US" sz="2000" err="1">
                <a:latin typeface="Aptos"/>
              </a:rPr>
              <a:t>Netbadge</a:t>
            </a:r>
            <a:r>
              <a:rPr lang="en-US" sz="2000">
                <a:latin typeface="Aptos"/>
              </a:rPr>
              <a:t> credentials to connect to the VM.</a:t>
            </a:r>
            <a:endParaRPr lang="en-US" sz="2000">
              <a:latin typeface="Aptos"/>
              <a:ea typeface="Calibri" panose="020F0502020204030204"/>
              <a:cs typeface="Calibri" panose="020F0502020204030204"/>
            </a:endParaRPr>
          </a:p>
        </p:txBody>
      </p:sp>
    </p:spTree>
    <p:extLst>
      <p:ext uri="{BB962C8B-B14F-4D97-AF65-F5344CB8AC3E}">
        <p14:creationId xmlns:p14="http://schemas.microsoft.com/office/powerpoint/2010/main" val="155018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Accessing from SSH</a:t>
            </a:r>
            <a:endParaRPr lang="en-US"/>
          </a:p>
        </p:txBody>
      </p:sp>
      <p:sp>
        <p:nvSpPr>
          <p:cNvPr id="3" name="Content Placeholder 2"/>
          <p:cNvSpPr>
            <a:spLocks noGrp="1"/>
          </p:cNvSpPr>
          <p:nvPr>
            <p:ph sz="quarter" idx="10"/>
          </p:nvPr>
        </p:nvSpPr>
        <p:spPr/>
        <p:txBody>
          <a:bodyPr lIns="91440" tIns="45720" rIns="91440" bIns="45720" anchor="t">
            <a:normAutofit lnSpcReduction="10000"/>
          </a:bodyPr>
          <a:lstStyle/>
          <a:p>
            <a:r>
              <a:rPr lang="en-US">
                <a:latin typeface="Aptos"/>
              </a:rPr>
              <a:t>Start the HSVPN</a:t>
            </a:r>
          </a:p>
          <a:p>
            <a:r>
              <a:rPr lang="en-US">
                <a:latin typeface="Aptos"/>
              </a:rPr>
              <a:t>Open your SSH client and type: </a:t>
            </a:r>
            <a:r>
              <a:rPr lang="en-US">
                <a:latin typeface="Consolas" panose="020B0609020204030204" pitchFamily="49" charset="0"/>
              </a:rPr>
              <a:t>ssh </a:t>
            </a:r>
            <a:r>
              <a:rPr lang="en-US">
                <a:latin typeface="Consolas" panose="020B0609020204030204" pitchFamily="49" charset="0"/>
                <a:hlinkClick r:id="rId2"/>
              </a:rPr>
              <a:t>mst3k@10.xxx.xxx.xxx</a:t>
            </a:r>
            <a:r>
              <a:rPr lang="en-US">
                <a:latin typeface="Aptos"/>
              </a:rPr>
              <a:t>, where mst3k is replaced with your user ID and the x's are replaced with your VM's IP address (given in the Services app).</a:t>
            </a:r>
            <a:endParaRPr lang="en-US"/>
          </a:p>
          <a:p>
            <a:endParaRPr lang="en-US">
              <a:latin typeface="Aptos"/>
            </a:endParaRPr>
          </a:p>
          <a:p>
            <a:endParaRPr lang="en-US">
              <a:ea typeface="+mn-lt"/>
              <a:cs typeface="+mn-lt"/>
            </a:endParaRPr>
          </a:p>
          <a:p>
            <a:r>
              <a:rPr lang="en-US">
                <a:latin typeface="Aptos"/>
                <a:ea typeface="+mn-lt"/>
                <a:cs typeface="+mn-lt"/>
              </a:rPr>
              <a:t>When prompted for a password, use your </a:t>
            </a:r>
            <a:r>
              <a:rPr lang="en-US" err="1">
                <a:latin typeface="Aptos"/>
                <a:ea typeface="+mn-lt"/>
                <a:cs typeface="+mn-lt"/>
              </a:rPr>
              <a:t>EServices</a:t>
            </a:r>
            <a:r>
              <a:rPr lang="en-US">
                <a:latin typeface="Aptos"/>
                <a:ea typeface="+mn-lt"/>
                <a:cs typeface="+mn-lt"/>
              </a:rPr>
              <a:t> password.</a:t>
            </a:r>
            <a:endParaRPr lang="en-US">
              <a:latin typeface="Aptos"/>
            </a:endParaRPr>
          </a:p>
          <a:p>
            <a:endParaRPr lang="en-US">
              <a:latin typeface="Calibri"/>
              <a:ea typeface="Calibri"/>
              <a:cs typeface="Calibri"/>
            </a:endParaRPr>
          </a:p>
          <a:p>
            <a:pPr marL="0" indent="0">
              <a:buNone/>
            </a:pPr>
            <a:r>
              <a:rPr lang="en-US">
                <a:latin typeface="Aptos"/>
              </a:rPr>
              <a:t>This login method provides only command-line access to the VM. No graphical user interface (GUI) is usable.</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pic>
        <p:nvPicPr>
          <p:cNvPr id="7" name="Picture 6" descr="A yellow and black rectangle with black text&#10;&#10;Description automatically generated">
            <a:extLst>
              <a:ext uri="{FF2B5EF4-FFF2-40B4-BE49-F238E27FC236}">
                <a16:creationId xmlns:a16="http://schemas.microsoft.com/office/drawing/2014/main" id="{6D41323C-21C3-7805-291F-AA12F8DC1F4A}"/>
              </a:ext>
            </a:extLst>
          </p:cNvPr>
          <p:cNvPicPr>
            <a:picLocks noChangeAspect="1"/>
          </p:cNvPicPr>
          <p:nvPr/>
        </p:nvPicPr>
        <p:blipFill>
          <a:blip r:embed="rId3"/>
          <a:stretch>
            <a:fillRect/>
          </a:stretch>
        </p:blipFill>
        <p:spPr>
          <a:xfrm>
            <a:off x="838200" y="3533775"/>
            <a:ext cx="10515600" cy="695325"/>
          </a:xfrm>
          <a:prstGeom prst="rect">
            <a:avLst/>
          </a:prstGeom>
        </p:spPr>
      </p:pic>
    </p:spTree>
    <p:extLst>
      <p:ext uri="{BB962C8B-B14F-4D97-AF65-F5344CB8AC3E}">
        <p14:creationId xmlns:p14="http://schemas.microsoft.com/office/powerpoint/2010/main" val="279195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838200" y="1439546"/>
            <a:ext cx="10541000" cy="4961255"/>
          </a:xfrm>
        </p:spPr>
        <p:txBody>
          <a:bodyPr lIns="91440" tIns="45720" rIns="91440" bIns="45720" anchor="t">
            <a:normAutofit/>
          </a:bodyPr>
          <a:lstStyle/>
          <a:p>
            <a:pPr lvl="1"/>
            <a:endParaRPr lang="en-US" sz="1800" b="1">
              <a:solidFill>
                <a:srgbClr val="000099"/>
              </a:solidFill>
              <a:latin typeface="Courier New" panose="02070309020205020404" pitchFamily="49" charset="0"/>
              <a:cs typeface="Courier New" panose="02070309020205020404" pitchFamily="49" charset="0"/>
            </a:endParaRPr>
          </a:p>
          <a:p>
            <a:pPr marL="228600" lvl="2">
              <a:spcBef>
                <a:spcPts val="1000"/>
              </a:spcBef>
            </a:pPr>
            <a:r>
              <a:rPr lang="en-US" sz="2800">
                <a:latin typeface="Aptos"/>
              </a:rPr>
              <a:t>SSH clients mostly use instructions typed at the command prompt.</a:t>
            </a:r>
          </a:p>
          <a:p>
            <a:pPr marL="228600" lvl="2">
              <a:spcBef>
                <a:spcPts val="1000"/>
              </a:spcBef>
            </a:pPr>
            <a:r>
              <a:rPr lang="en-US" sz="2800">
                <a:latin typeface="Aptos"/>
              </a:rPr>
              <a:t>You will need to become familiar with Linux/Unix commands.</a:t>
            </a:r>
          </a:p>
          <a:p>
            <a:pPr marL="685800" lvl="3">
              <a:spcBef>
                <a:spcPts val="1000"/>
              </a:spcBef>
            </a:pPr>
            <a:r>
              <a:rPr lang="en-US" sz="2600">
                <a:latin typeface="Aptos"/>
              </a:rPr>
              <a:t>See our </a:t>
            </a:r>
            <a:r>
              <a:rPr lang="en-US" sz="2600">
                <a:latin typeface="Aptos"/>
                <a:hlinkClick r:id="rId3"/>
              </a:rPr>
              <a:t>Command Line Tutorial </a:t>
            </a:r>
            <a:r>
              <a:rPr lang="en-US" sz="2600">
                <a:latin typeface="Aptos"/>
              </a:rPr>
              <a:t>to learn more</a:t>
            </a:r>
          </a:p>
          <a:p>
            <a:r>
              <a:rPr lang="en-US">
                <a:latin typeface="Aptos"/>
              </a:rPr>
              <a:t>Some useful Unix/Linux commands:</a:t>
            </a:r>
          </a:p>
          <a:p>
            <a:endParaRPr lang="en-US"/>
          </a:p>
          <a:p>
            <a:endParaRPr lang="en-US"/>
          </a:p>
          <a:p>
            <a:endParaRPr lang="en-US"/>
          </a:p>
          <a:p>
            <a:endParaRPr lang="en-US"/>
          </a:p>
          <a:p>
            <a:pPr marL="548640" lvl="2" indent="0">
              <a:buNone/>
            </a:pPr>
            <a:endParaRPr lang="en-US"/>
          </a:p>
          <a:p>
            <a:endParaRPr lang="en-US"/>
          </a:p>
          <a:p>
            <a:pPr marL="0" indent="0">
              <a:buNone/>
            </a:pPr>
            <a:endParaRPr lang="en-US"/>
          </a:p>
        </p:txBody>
      </p:sp>
      <p:sp>
        <p:nvSpPr>
          <p:cNvPr id="2" name="Title 1"/>
          <p:cNvSpPr>
            <a:spLocks noGrp="1"/>
          </p:cNvSpPr>
          <p:nvPr>
            <p:ph type="title"/>
          </p:nvPr>
        </p:nvSpPr>
        <p:spPr/>
        <p:txBody>
          <a:bodyPr/>
          <a:lstStyle/>
          <a:p>
            <a:r>
              <a:rPr lang="en-US"/>
              <a:t>SSH Clients</a:t>
            </a:r>
          </a:p>
        </p:txBody>
      </p:sp>
      <p:sp>
        <p:nvSpPr>
          <p:cNvPr id="7" name="TextBox 6"/>
          <p:cNvSpPr txBox="1"/>
          <p:nvPr/>
        </p:nvSpPr>
        <p:spPr>
          <a:xfrm>
            <a:off x="3962943" y="4263418"/>
            <a:ext cx="3810009" cy="1938992"/>
          </a:xfrm>
          <a:prstGeom prst="rect">
            <a:avLst/>
          </a:prstGeom>
          <a:solidFill>
            <a:srgbClr val="FFFFCC"/>
          </a:solidFill>
          <a:ln>
            <a:solidFill>
              <a:srgbClr val="0066FF"/>
            </a:solidFill>
          </a:ln>
        </p:spPr>
        <p:txBody>
          <a:bodyPr wrap="square" rtlCol="0">
            <a:spAutoFit/>
          </a:bodyPr>
          <a:lstStyle/>
          <a:p>
            <a:pPr marL="274320" lvl="2"/>
            <a:r>
              <a:rPr lang="en-US" sz="2000">
                <a:latin typeface="Courier New" panose="02070309020205020404" pitchFamily="49" charset="0"/>
                <a:cs typeface="Courier New" panose="02070309020205020404" pitchFamily="49" charset="0"/>
              </a:rPr>
              <a:t>$ ls</a:t>
            </a:r>
          </a:p>
          <a:p>
            <a:pPr marL="274320" lvl="2"/>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pwd</a:t>
            </a:r>
            <a:endParaRPr lang="en-US" sz="2000">
              <a:latin typeface="Courier New" panose="02070309020205020404" pitchFamily="49" charset="0"/>
              <a:cs typeface="Courier New" panose="02070309020205020404" pitchFamily="49" charset="0"/>
            </a:endParaRPr>
          </a:p>
          <a:p>
            <a:pPr marL="274320" lvl="2"/>
            <a:r>
              <a:rPr lang="en-US" sz="2000">
                <a:latin typeface="Courier New" panose="02070309020205020404" pitchFamily="49" charset="0"/>
                <a:cs typeface="Courier New" panose="02070309020205020404" pitchFamily="49" charset="0"/>
              </a:rPr>
              <a:t>$ cd </a:t>
            </a:r>
            <a:r>
              <a:rPr lang="en-US" sz="2000" i="1" err="1">
                <a:latin typeface="Comic Sans MS" panose="030F0702030302020204" pitchFamily="66" charset="0"/>
                <a:cs typeface="Courier New" panose="02070309020205020404" pitchFamily="49" charset="0"/>
              </a:rPr>
              <a:t>folder_name</a:t>
            </a:r>
            <a:endParaRPr lang="en-US" sz="2000" i="1">
              <a:latin typeface="Comic Sans MS" panose="030F0702030302020204" pitchFamily="66" charset="0"/>
              <a:cs typeface="Courier New" panose="02070309020205020404" pitchFamily="49" charset="0"/>
            </a:endParaRPr>
          </a:p>
          <a:p>
            <a:pPr marL="274320" lvl="2"/>
            <a:r>
              <a:rPr lang="en-US" sz="2000">
                <a:latin typeface="Courier New" panose="02070309020205020404" pitchFamily="49" charset="0"/>
                <a:cs typeface="Courier New" panose="02070309020205020404" pitchFamily="49" charset="0"/>
              </a:rPr>
              <a:t>$ cp </a:t>
            </a:r>
            <a:r>
              <a:rPr lang="en-US" sz="2000">
                <a:latin typeface="Comic Sans MS" panose="030F0702030302020204" pitchFamily="66" charset="0"/>
                <a:cs typeface="Courier New" panose="02070309020205020404" pitchFamily="49" charset="0"/>
              </a:rPr>
              <a:t>file_1</a:t>
            </a:r>
            <a:r>
              <a:rPr lang="en-US" sz="2000">
                <a:latin typeface="Courier New" panose="02070309020205020404" pitchFamily="49" charset="0"/>
                <a:cs typeface="Courier New" panose="02070309020205020404" pitchFamily="49" charset="0"/>
              </a:rPr>
              <a:t> </a:t>
            </a:r>
            <a:r>
              <a:rPr lang="en-US" sz="2000">
                <a:latin typeface="Comic Sans MS" panose="030F0702030302020204" pitchFamily="66" charset="0"/>
                <a:cs typeface="Courier New" panose="02070309020205020404" pitchFamily="49" charset="0"/>
              </a:rPr>
              <a:t>file_2</a:t>
            </a:r>
          </a:p>
          <a:p>
            <a:pPr marL="274320" lvl="2"/>
            <a:r>
              <a:rPr lang="en-US" sz="2000">
                <a:latin typeface="Courier New" panose="02070309020205020404" pitchFamily="49" charset="0"/>
                <a:cs typeface="Courier New" panose="02070309020205020404" pitchFamily="49" charset="0"/>
              </a:rPr>
              <a:t>$ rm </a:t>
            </a:r>
            <a:r>
              <a:rPr lang="en-US" sz="2000">
                <a:latin typeface="Comic Sans MS" panose="030F0702030302020204" pitchFamily="66" charset="0"/>
                <a:cs typeface="Courier New" panose="02070309020205020404" pitchFamily="49" charset="0"/>
              </a:rPr>
              <a:t>file_1</a:t>
            </a:r>
            <a:endParaRPr lang="en-US" sz="2000">
              <a:latin typeface="Comic Sans MS" panose="030F0702030302020204" pitchFamily="66" charset="0"/>
            </a:endParaRPr>
          </a:p>
          <a:p>
            <a:pPr marL="274320" lvl="2"/>
            <a:r>
              <a:rPr lang="en-US" sz="2000">
                <a:latin typeface="Courier New" panose="02070309020205020404" pitchFamily="49" charset="0"/>
                <a:cs typeface="Courier New" panose="02070309020205020404" pitchFamily="49" charset="0"/>
              </a:rPr>
              <a:t>$ cd </a:t>
            </a:r>
            <a:r>
              <a:rPr lang="en-US" sz="2000">
                <a:latin typeface="Comic Sans MS" panose="030F0702030302020204" pitchFamily="66" charset="0"/>
                <a:cs typeface="Courier New" panose="02070309020205020404" pitchFamily="49" charset="0"/>
              </a:rPr>
              <a:t>..</a:t>
            </a:r>
            <a:endParaRPr lang="en-US" sz="2000">
              <a:latin typeface="Comic Sans MS" panose="030F0702030302020204" pitchFamily="66" charset="0"/>
            </a:endParaRPr>
          </a:p>
        </p:txBody>
      </p:sp>
    </p:spTree>
    <p:extLst>
      <p:ext uri="{BB962C8B-B14F-4D97-AF65-F5344CB8AC3E}">
        <p14:creationId xmlns:p14="http://schemas.microsoft.com/office/powerpoint/2010/main" val="3054694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Accessing from a Browser</a:t>
            </a:r>
          </a:p>
          <a:p>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a:bodyPr>
          <a:lstStyle/>
          <a:p>
            <a:r>
              <a:rPr lang="en-US" sz="2400">
                <a:latin typeface="Aptos"/>
              </a:rPr>
              <a:t>Start the HSVPN</a:t>
            </a:r>
          </a:p>
          <a:p>
            <a:r>
              <a:rPr lang="en-US" sz="2400">
                <a:latin typeface="Aptos"/>
              </a:rPr>
              <a:t>Open a web browser and enter the IP address for your VM (e.g., </a:t>
            </a:r>
            <a:r>
              <a:rPr lang="en-US" sz="2400">
                <a:latin typeface="Aptos"/>
                <a:hlinkClick r:id="rId3"/>
              </a:rPr>
              <a:t>https://10.xxx.xxx.xxx</a:t>
            </a:r>
            <a:r>
              <a:rPr lang="en-US" sz="2400">
                <a:latin typeface="Aptos"/>
              </a:rPr>
              <a:t>)</a:t>
            </a:r>
            <a:endParaRPr lang="en-US" sz="2400">
              <a:ea typeface="Calibri"/>
              <a:cs typeface="Calibri"/>
            </a:endParaRPr>
          </a:p>
          <a:p>
            <a:pPr lvl="1"/>
            <a:r>
              <a:rPr lang="en-US" sz="2000">
                <a:latin typeface="Aptos"/>
              </a:rPr>
              <a:t>If you get a warning message, you may need to click on Advanced Settings and/or a Connect Anyway option, depending on your web browser.</a:t>
            </a:r>
          </a:p>
          <a:p>
            <a:r>
              <a:rPr lang="en-US" sz="2400">
                <a:latin typeface="Aptos"/>
              </a:rPr>
              <a:t>Logging in will take you to a web application called Open OnDemand (OOD).</a:t>
            </a:r>
          </a:p>
        </p:txBody>
      </p:sp>
    </p:spTree>
    <p:extLst>
      <p:ext uri="{BB962C8B-B14F-4D97-AF65-F5344CB8AC3E}">
        <p14:creationId xmlns:p14="http://schemas.microsoft.com/office/powerpoint/2010/main" val="1532817387"/>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CC57E-D4E8-6A41-6CC5-479797706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EE113-E305-D5D9-814E-F6FADC98B995}"/>
              </a:ext>
            </a:extLst>
          </p:cNvPr>
          <p:cNvSpPr>
            <a:spLocks noGrp="1"/>
          </p:cNvSpPr>
          <p:nvPr>
            <p:ph type="title"/>
          </p:nvPr>
        </p:nvSpPr>
        <p:spPr/>
        <p:txBody>
          <a:bodyPr lIns="91440" tIns="45720" rIns="91440" bIns="45720" anchor="t"/>
          <a:lstStyle/>
          <a:p>
            <a:r>
              <a:rPr lang="en-US">
                <a:latin typeface="Aptos Display"/>
                <a:ea typeface="Calibri Light"/>
                <a:cs typeface="Calibri Light"/>
              </a:rPr>
              <a:t>VM Storage</a:t>
            </a:r>
          </a:p>
          <a:p>
            <a:endParaRPr lang="en-US">
              <a:ea typeface="Calibri Light"/>
              <a:cs typeface="Calibri Light"/>
            </a:endParaRPr>
          </a:p>
        </p:txBody>
      </p:sp>
      <p:sp>
        <p:nvSpPr>
          <p:cNvPr id="3" name="Content Placeholder 2">
            <a:extLst>
              <a:ext uri="{FF2B5EF4-FFF2-40B4-BE49-F238E27FC236}">
                <a16:creationId xmlns:a16="http://schemas.microsoft.com/office/drawing/2014/main" id="{5572C2D7-88E3-1D03-7819-12E944FCBBFD}"/>
              </a:ext>
            </a:extLst>
          </p:cNvPr>
          <p:cNvSpPr>
            <a:spLocks noGrp="1"/>
          </p:cNvSpPr>
          <p:nvPr>
            <p:ph sz="quarter" idx="10"/>
          </p:nvPr>
        </p:nvSpPr>
        <p:spPr/>
        <p:txBody>
          <a:bodyPr lIns="91440" tIns="45720" rIns="91440" bIns="45720" anchor="t">
            <a:normAutofit fontScale="92500" lnSpcReduction="20000"/>
          </a:bodyPr>
          <a:lstStyle/>
          <a:p>
            <a:pPr marL="0" indent="0">
              <a:buNone/>
            </a:pPr>
            <a:r>
              <a:rPr lang="en-US">
                <a:latin typeface="Aptos"/>
              </a:rPr>
              <a:t>Storage is split across two sets of directories:</a:t>
            </a:r>
            <a:endParaRPr lang="en-US">
              <a:latin typeface="Aptos"/>
              <a:ea typeface="Calibri" panose="020F0502020204030204"/>
              <a:cs typeface="Calibri" panose="020F0502020204030204"/>
            </a:endParaRPr>
          </a:p>
          <a:p>
            <a:pPr lvl="1"/>
            <a:endParaRPr lang="en-US" sz="2800">
              <a:solidFill>
                <a:srgbClr val="000000"/>
              </a:solidFill>
              <a:latin typeface="Aptos"/>
            </a:endParaRPr>
          </a:p>
          <a:p>
            <a:pPr marL="514350" indent="-514350">
              <a:buAutoNum type="arabicPeriod"/>
            </a:pPr>
            <a:r>
              <a:rPr lang="en-US">
                <a:solidFill>
                  <a:srgbClr val="000000"/>
                </a:solidFill>
                <a:latin typeface="Aptos"/>
              </a:rPr>
              <a:t>Personal directory for individual data storage</a:t>
            </a:r>
          </a:p>
          <a:p>
            <a:pPr marL="971550" lvl="1" indent="-514350"/>
            <a:r>
              <a:rPr lang="en-US" sz="2800">
                <a:solidFill>
                  <a:srgbClr val="000000"/>
                </a:solidFill>
                <a:latin typeface="Aptos"/>
              </a:rPr>
              <a:t>Mounted under /home/$USER</a:t>
            </a:r>
          </a:p>
          <a:p>
            <a:pPr marL="971550" lvl="1" indent="-514350"/>
            <a:r>
              <a:rPr lang="en-US" sz="2800">
                <a:solidFill>
                  <a:srgbClr val="000000"/>
                </a:solidFill>
                <a:latin typeface="Aptos"/>
              </a:rPr>
              <a:t>Little space is allotted for /home directories per VM</a:t>
            </a:r>
          </a:p>
          <a:p>
            <a:pPr marL="971550" lvl="1" indent="-514350"/>
            <a:r>
              <a:rPr lang="en-US" sz="2800">
                <a:solidFill>
                  <a:srgbClr val="000000"/>
                </a:solidFill>
                <a:latin typeface="Aptos"/>
              </a:rPr>
              <a:t>Individual home folders are personal, and not shareable</a:t>
            </a:r>
          </a:p>
          <a:p>
            <a:pPr marL="514350" indent="-514350">
              <a:buAutoNum type="arabicPeriod"/>
            </a:pPr>
            <a:r>
              <a:rPr lang="en-US">
                <a:solidFill>
                  <a:srgbClr val="000000"/>
                </a:solidFill>
                <a:latin typeface="Aptos"/>
              </a:rPr>
              <a:t>Shared storage space.</a:t>
            </a:r>
          </a:p>
          <a:p>
            <a:pPr marL="971550" lvl="1" indent="-514350"/>
            <a:r>
              <a:rPr lang="en-US" sz="2800">
                <a:solidFill>
                  <a:srgbClr val="000000"/>
                </a:solidFill>
                <a:latin typeface="Aptos"/>
                <a:ea typeface="Calibri" panose="020F0502020204030204"/>
                <a:cs typeface="Calibri" panose="020F0502020204030204"/>
              </a:rPr>
              <a:t>Mounted under</a:t>
            </a:r>
            <a:r>
              <a:rPr lang="en-US" sz="2800" i="1">
                <a:solidFill>
                  <a:srgbClr val="000000"/>
                </a:solidFill>
                <a:latin typeface="Aptos"/>
                <a:ea typeface="Calibri" panose="020F0502020204030204"/>
                <a:cs typeface="Calibri" panose="020F0502020204030204"/>
              </a:rPr>
              <a:t> /standard/ivy-hip-name </a:t>
            </a:r>
            <a:r>
              <a:rPr lang="en-US" sz="2800">
                <a:solidFill>
                  <a:srgbClr val="000000"/>
                </a:solidFill>
                <a:latin typeface="Aptos"/>
                <a:ea typeface="Calibri" panose="020F0502020204030204"/>
                <a:cs typeface="Calibri" panose="020F0502020204030204"/>
              </a:rPr>
              <a:t>where “ivy-hip-name” is replaced by the name of your Ivy project’s Grouper group name</a:t>
            </a:r>
          </a:p>
          <a:p>
            <a:pPr marL="971550" lvl="1" indent="-514350"/>
            <a:r>
              <a:rPr lang="en-US" sz="2800">
                <a:solidFill>
                  <a:srgbClr val="000000"/>
                </a:solidFill>
                <a:latin typeface="Aptos"/>
                <a:ea typeface="Calibri" panose="020F0502020204030204"/>
                <a:cs typeface="Calibri" panose="020F0502020204030204"/>
              </a:rPr>
              <a:t>Default of 1TB of Research Standard Storage. PIs can get more when first requesting the Ivy project.</a:t>
            </a:r>
          </a:p>
          <a:p>
            <a:pPr marL="971550" lvl="1" indent="-514350"/>
            <a:r>
              <a:rPr lang="en-US" sz="2800">
                <a:solidFill>
                  <a:srgbClr val="000000"/>
                </a:solidFill>
                <a:latin typeface="Aptos"/>
                <a:ea typeface="Calibri" panose="020F0502020204030204"/>
                <a:cs typeface="Calibri" panose="020F0502020204030204"/>
              </a:rPr>
              <a:t>Storage can be resized using our</a:t>
            </a:r>
            <a:r>
              <a:rPr lang="en-US" sz="2800">
                <a:solidFill>
                  <a:srgbClr val="292B2C"/>
                </a:solidFill>
                <a:latin typeface="Aptos"/>
                <a:ea typeface="Calibri" panose="020F0502020204030204"/>
                <a:cs typeface="Calibri" panose="020F0502020204030204"/>
              </a:rPr>
              <a:t> </a:t>
            </a:r>
            <a:r>
              <a:rPr lang="en-US" sz="2800">
                <a:solidFill>
                  <a:srgbClr val="000000"/>
                </a:solidFill>
                <a:latin typeface="Aptos"/>
                <a:ea typeface="Calibri" panose="020F0502020204030204"/>
                <a:cs typeface="Calibri" panose="020F0502020204030204"/>
                <a:hlinkClick r:id="rId2"/>
              </a:rPr>
              <a:t>Storage Request Form</a:t>
            </a:r>
            <a:r>
              <a:rPr lang="en-US" sz="2800">
                <a:solidFill>
                  <a:srgbClr val="292B2C"/>
                </a:solidFill>
                <a:latin typeface="Aptos"/>
                <a:ea typeface="Calibri" panose="020F0502020204030204"/>
                <a:cs typeface="Calibri" panose="020F0502020204030204"/>
              </a:rPr>
              <a:t>.</a:t>
            </a:r>
            <a:endParaRPr lang="en-US" sz="2800">
              <a:solidFill>
                <a:srgbClr val="000000"/>
              </a:solidFill>
              <a:latin typeface="Aptos"/>
              <a:ea typeface="Calibri" panose="020F0502020204030204"/>
              <a:cs typeface="Calibri" panose="020F0502020204030204"/>
            </a:endParaRPr>
          </a:p>
          <a:p>
            <a:pPr marL="0" indent="0">
              <a:buNone/>
            </a:pPr>
            <a:endParaRPr lang="en-US">
              <a:solidFill>
                <a:srgbClr val="000000"/>
              </a:solidFill>
              <a:latin typeface="Aptos"/>
              <a:ea typeface="Calibri" panose="020F0502020204030204"/>
              <a:cs typeface="Calibri" panose="020F0502020204030204"/>
            </a:endParaRPr>
          </a:p>
          <a:p>
            <a:pPr marL="0" indent="0">
              <a:buNone/>
            </a:pPr>
            <a:endParaRPr lang="en-US">
              <a:latin typeface="Aptos"/>
              <a:ea typeface="Calibri" panose="020F0502020204030204"/>
              <a:cs typeface="Calibri" panose="020F0502020204030204"/>
            </a:endParaRPr>
          </a:p>
          <a:p>
            <a:pPr marL="0" indent="0">
              <a:buNone/>
            </a:pPr>
            <a:endParaRPr lang="en-US">
              <a:latin typeface="Aptos"/>
              <a:ea typeface="Calibri" panose="020F0502020204030204"/>
              <a:cs typeface="Calibri" panose="020F0502020204030204"/>
            </a:endParaRPr>
          </a:p>
          <a:p>
            <a:pPr marL="0" indent="0">
              <a:buNone/>
            </a:pPr>
            <a:endParaRPr lang="en-US">
              <a:latin typeface="Aptos"/>
              <a:ea typeface="Calibri" panose="020F0502020204030204"/>
              <a:cs typeface="Calibri" panose="020F0502020204030204"/>
            </a:endParaRPr>
          </a:p>
          <a:p>
            <a:pPr marL="0" indent="0">
              <a:buNone/>
            </a:pPr>
            <a:endParaRPr lang="en-US">
              <a:latin typeface="Aptos"/>
              <a:ea typeface="Calibri" panose="020F0502020204030204"/>
              <a:cs typeface="Calibri" panose="020F0502020204030204"/>
            </a:endParaRPr>
          </a:p>
          <a:p>
            <a:pPr marL="0" indent="0">
              <a:buNone/>
            </a:pPr>
            <a:endParaRPr lang="en-US">
              <a:solidFill>
                <a:srgbClr val="000000"/>
              </a:solidFill>
              <a:latin typeface="Aptos"/>
              <a:ea typeface="Calibri" panose="020F0502020204030204"/>
              <a:cs typeface="Calibri" panose="020F0502020204030204"/>
            </a:endParaRPr>
          </a:p>
          <a:p>
            <a:pPr marL="0" indent="0">
              <a:buNone/>
            </a:pPr>
            <a:endParaRPr lang="en-US">
              <a:solidFill>
                <a:srgbClr val="292B2C"/>
              </a:solidFill>
              <a:latin typeface="Aptos"/>
              <a:ea typeface="Calibri" panose="020F0502020204030204"/>
              <a:cs typeface="Calibri" panose="020F0502020204030204"/>
            </a:endParaRPr>
          </a:p>
          <a:p>
            <a:pPr marL="0" indent="0">
              <a:buNone/>
            </a:pPr>
            <a:endParaRPr lang="en-US" sz="2400" i="1">
              <a:solidFill>
                <a:srgbClr val="292B2C"/>
              </a:solidFill>
              <a:latin typeface="Aptos"/>
              <a:ea typeface="Calibri"/>
              <a:cs typeface="Calibri"/>
            </a:endParaRPr>
          </a:p>
          <a:p>
            <a:pPr marL="0" indent="0">
              <a:buNone/>
            </a:pPr>
            <a:endParaRPr lang="en-US">
              <a:latin typeface="Aptos"/>
              <a:ea typeface="Calibri"/>
              <a:cs typeface="Calibri"/>
            </a:endParaRPr>
          </a:p>
          <a:p>
            <a:pPr>
              <a:buAutoNum type="arabicPeriod"/>
            </a:pPr>
            <a:endParaRPr lang="en-US">
              <a:latin typeface="Aptos"/>
              <a:ea typeface="Calibri"/>
              <a:cs typeface="Calibri"/>
            </a:endParaRPr>
          </a:p>
          <a:p>
            <a:pPr>
              <a:buAutoNum type="arabicPeriod"/>
            </a:pPr>
            <a:endParaRPr lang="en-US">
              <a:latin typeface="Calibri" panose="020F0502020204030204"/>
              <a:ea typeface="Calibri"/>
              <a:cs typeface="Calibri"/>
            </a:endParaRPr>
          </a:p>
        </p:txBody>
      </p:sp>
    </p:spTree>
    <p:extLst>
      <p:ext uri="{BB962C8B-B14F-4D97-AF65-F5344CB8AC3E}">
        <p14:creationId xmlns:p14="http://schemas.microsoft.com/office/powerpoint/2010/main" val="2581333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Rio Caveat</a:t>
            </a:r>
          </a:p>
          <a:p>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a:bodyPr>
          <a:lstStyle/>
          <a:p>
            <a:r>
              <a:rPr lang="en-US">
                <a:latin typeface="Aptos"/>
              </a:rPr>
              <a:t>One caveat to consider when working in the Rio environment is that /home is not mounted on Rio compute nodes.</a:t>
            </a:r>
          </a:p>
          <a:p>
            <a:pPr lvl="1"/>
            <a:r>
              <a:rPr lang="en-US">
                <a:latin typeface="Aptos"/>
                <a:ea typeface="Calibri"/>
                <a:cs typeface="Calibri"/>
              </a:rPr>
              <a:t>This means that if your compute jobs references any files in your /home storage, they will not be found.</a:t>
            </a:r>
          </a:p>
          <a:p>
            <a:pPr lvl="1"/>
            <a:r>
              <a:rPr lang="en-US">
                <a:latin typeface="Aptos"/>
                <a:ea typeface="Calibri"/>
                <a:cs typeface="Calibri"/>
              </a:rPr>
              <a:t>Ivy VMs not using Rio can ignore this condition.</a:t>
            </a:r>
          </a:p>
          <a:p>
            <a:pPr lvl="1"/>
            <a:endParaRPr lang="en-US">
              <a:latin typeface="Aptos"/>
              <a:ea typeface="Calibri"/>
              <a:cs typeface="Calibri"/>
            </a:endParaRPr>
          </a:p>
          <a:p>
            <a:r>
              <a:rPr lang="en-US">
                <a:latin typeface="Aptos"/>
                <a:ea typeface="Calibri"/>
                <a:cs typeface="Calibri"/>
              </a:rPr>
              <a:t>We recommend working exclusively out of the VM's Research Standard storage directory for Rio.</a:t>
            </a:r>
          </a:p>
          <a:p>
            <a:pPr lvl="1"/>
            <a:r>
              <a:rPr lang="en-US">
                <a:latin typeface="Aptos"/>
                <a:ea typeface="Calibri"/>
                <a:cs typeface="Calibri"/>
              </a:rPr>
              <a:t>Individual user subdirectories are automatically created under /standard to organize the space.</a:t>
            </a:r>
          </a:p>
          <a:p>
            <a:endParaRPr lang="en-US">
              <a:latin typeface="Aptos"/>
              <a:ea typeface="Calibri"/>
              <a:cs typeface="Calibri"/>
            </a:endParaRPr>
          </a:p>
          <a:p>
            <a:endParaRPr lang="en-US">
              <a:latin typeface="Calibri" panose="020F0502020204030204"/>
              <a:ea typeface="Calibri"/>
              <a:cs typeface="Calibri"/>
            </a:endParaRPr>
          </a:p>
        </p:txBody>
      </p:sp>
    </p:spTree>
    <p:extLst>
      <p:ext uri="{BB962C8B-B14F-4D97-AF65-F5344CB8AC3E}">
        <p14:creationId xmlns:p14="http://schemas.microsoft.com/office/powerpoint/2010/main" val="1783429098"/>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Transferring Data</a:t>
            </a:r>
          </a:p>
          <a:p>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fontScale="92500" lnSpcReduction="20000"/>
          </a:bodyPr>
          <a:lstStyle/>
          <a:p>
            <a:r>
              <a:rPr lang="en-US">
                <a:latin typeface="Aptos"/>
              </a:rPr>
              <a:t>Globus is the only permitted data-transfer protocol for highly sensitive data.</a:t>
            </a:r>
          </a:p>
          <a:p>
            <a:r>
              <a:rPr lang="en-US" b="1" i="1">
                <a:latin typeface="Aptos"/>
              </a:rPr>
              <a:t>UVA IVY-DTN</a:t>
            </a:r>
            <a:r>
              <a:rPr lang="en-US">
                <a:latin typeface="Aptos"/>
              </a:rPr>
              <a:t> is the official collection for moving files into High-Security Research Standard Storage. </a:t>
            </a:r>
          </a:p>
          <a:p>
            <a:endParaRPr lang="en-US">
              <a:latin typeface="Aptos"/>
            </a:endParaRPr>
          </a:p>
          <a:p>
            <a:pPr lvl="1"/>
            <a:r>
              <a:rPr lang="en-US">
                <a:latin typeface="Aptos"/>
              </a:rPr>
              <a:t>To transfer data to High-Security Research Standard Storage, please see our </a:t>
            </a:r>
            <a:r>
              <a:rPr lang="en-US">
                <a:latin typeface="Aptos"/>
                <a:hlinkClick r:id="rId2"/>
              </a:rPr>
              <a:t>Globus instructions</a:t>
            </a:r>
            <a:r>
              <a:rPr lang="en-US">
                <a:latin typeface="Aptos"/>
              </a:rPr>
              <a:t>.</a:t>
            </a:r>
          </a:p>
          <a:p>
            <a:pPr lvl="1"/>
            <a:r>
              <a:rPr lang="en-US">
                <a:latin typeface="Aptos"/>
                <a:ea typeface="+mn-lt"/>
                <a:cs typeface="+mn-lt"/>
              </a:rPr>
              <a:t>Ensure that you are </a:t>
            </a:r>
            <a:r>
              <a:rPr lang="en-US" b="1">
                <a:latin typeface="Aptos"/>
                <a:ea typeface="+mn-lt"/>
                <a:cs typeface="+mn-lt"/>
              </a:rPr>
              <a:t>NOT</a:t>
            </a:r>
            <a:r>
              <a:rPr lang="en-US">
                <a:latin typeface="Aptos"/>
                <a:ea typeface="+mn-lt"/>
                <a:cs typeface="+mn-lt"/>
              </a:rPr>
              <a:t> connected to the HSVPN. Data transfer will not work if you are connected to the HSVPN.</a:t>
            </a:r>
            <a:endParaRPr lang="en-US">
              <a:latin typeface="Aptos"/>
            </a:endParaRPr>
          </a:p>
          <a:p>
            <a:endParaRPr lang="en-US">
              <a:latin typeface="Aptos"/>
            </a:endParaRPr>
          </a:p>
          <a:p>
            <a:r>
              <a:rPr lang="en-US">
                <a:latin typeface="Aptos"/>
              </a:rPr>
              <a:t>Additional instructions and information on using Globus can be found on our </a:t>
            </a:r>
            <a:r>
              <a:rPr lang="en-US">
                <a:latin typeface="Aptos"/>
                <a:hlinkClick r:id="rId3"/>
              </a:rPr>
              <a:t>learning site</a:t>
            </a:r>
            <a:r>
              <a:rPr lang="en-US">
                <a:latin typeface="Aptos"/>
              </a:rPr>
              <a:t>.</a:t>
            </a:r>
            <a:br>
              <a:rPr lang="en-US">
                <a:latin typeface="Aptos"/>
              </a:rPr>
            </a:br>
            <a:r>
              <a:rPr lang="en-US">
                <a:latin typeface="Aptos"/>
              </a:rPr>
              <a:t> </a:t>
            </a:r>
          </a:p>
          <a:p>
            <a:endParaRPr lang="en-US">
              <a:ea typeface="Calibri"/>
              <a:cs typeface="Calibri"/>
            </a:endParaRPr>
          </a:p>
        </p:txBody>
      </p:sp>
    </p:spTree>
    <p:extLst>
      <p:ext uri="{BB962C8B-B14F-4D97-AF65-F5344CB8AC3E}">
        <p14:creationId xmlns:p14="http://schemas.microsoft.com/office/powerpoint/2010/main" val="2556091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94D3C-18D9-2F14-9431-5C3335300D72}"/>
              </a:ext>
            </a:extLst>
          </p:cNvPr>
          <p:cNvSpPr>
            <a:spLocks noGrp="1"/>
          </p:cNvSpPr>
          <p:nvPr>
            <p:ph type="title"/>
          </p:nvPr>
        </p:nvSpPr>
        <p:spPr/>
        <p:txBody>
          <a:bodyPr lIns="91440" tIns="45720" rIns="91440" bIns="45720" anchor="t"/>
          <a:lstStyle/>
          <a:p>
            <a:r>
              <a:rPr lang="en-US">
                <a:ea typeface="Calibri Light"/>
                <a:cs typeface="Calibri Light"/>
              </a:rPr>
              <a:t>Open On Demand</a:t>
            </a:r>
            <a:endParaRPr lang="en-US"/>
          </a:p>
        </p:txBody>
      </p:sp>
      <p:sp>
        <p:nvSpPr>
          <p:cNvPr id="3" name="Content Placeholder 2">
            <a:extLst>
              <a:ext uri="{FF2B5EF4-FFF2-40B4-BE49-F238E27FC236}">
                <a16:creationId xmlns:a16="http://schemas.microsoft.com/office/drawing/2014/main" id="{3462D5AE-5E82-66B6-2F13-8D6A48DCC7CE}"/>
              </a:ext>
            </a:extLst>
          </p:cNvPr>
          <p:cNvSpPr>
            <a:spLocks noGrp="1"/>
          </p:cNvSpPr>
          <p:nvPr>
            <p:ph sz="quarter" idx="10"/>
          </p:nvPr>
        </p:nvSpPr>
        <p:spPr/>
        <p:txBody>
          <a:bodyPr/>
          <a:lstStyle/>
          <a:p>
            <a:r>
              <a:rPr lang="en-US"/>
              <a:t>Open OnDemand is a web application that allows for HPC access through a graphical browser window.</a:t>
            </a:r>
          </a:p>
          <a:p>
            <a:pPr lvl="1"/>
            <a:r>
              <a:rPr lang="en-US"/>
              <a:t>Features of the application are accessible using the top gray bar:</a:t>
            </a:r>
          </a:p>
          <a:p>
            <a:pPr lvl="2"/>
            <a:r>
              <a:rPr lang="en-US"/>
              <a:t>Jobs</a:t>
            </a:r>
          </a:p>
          <a:p>
            <a:pPr lvl="2"/>
            <a:r>
              <a:rPr lang="en-US"/>
              <a:t>Clusters</a:t>
            </a:r>
          </a:p>
          <a:p>
            <a:pPr lvl="2"/>
            <a:r>
              <a:rPr lang="en-US"/>
              <a:t>Interactive apps</a:t>
            </a:r>
          </a:p>
        </p:txBody>
      </p:sp>
      <p:pic>
        <p:nvPicPr>
          <p:cNvPr id="6" name="Picture 5" descr="A screenshot of a computer&#10;&#10;AI-generated content may be incorrect.">
            <a:extLst>
              <a:ext uri="{FF2B5EF4-FFF2-40B4-BE49-F238E27FC236}">
                <a16:creationId xmlns:a16="http://schemas.microsoft.com/office/drawing/2014/main" id="{60DE93E4-A327-9416-B3E4-962E27E838CF}"/>
              </a:ext>
            </a:extLst>
          </p:cNvPr>
          <p:cNvPicPr>
            <a:picLocks noChangeAspect="1"/>
          </p:cNvPicPr>
          <p:nvPr/>
        </p:nvPicPr>
        <p:blipFill>
          <a:blip r:embed="rId3" cstate="print">
            <a:extLst>
              <a:ext uri="{28A0092B-C50C-407E-A947-70E740481C1C}">
                <a14:useLocalDpi xmlns:a14="http://schemas.microsoft.com/office/drawing/2010/main" val="0"/>
              </a:ext>
            </a:extLst>
          </a:blip>
          <a:srcRect r="40875" b="64334"/>
          <a:stretch>
            <a:fillRect/>
          </a:stretch>
        </p:blipFill>
        <p:spPr>
          <a:xfrm>
            <a:off x="4191195" y="3210354"/>
            <a:ext cx="7333191" cy="2628233"/>
          </a:xfrm>
          <a:prstGeom prst="rect">
            <a:avLst/>
          </a:prstGeom>
        </p:spPr>
      </p:pic>
    </p:spTree>
    <p:extLst>
      <p:ext uri="{BB962C8B-B14F-4D97-AF65-F5344CB8AC3E}">
        <p14:creationId xmlns:p14="http://schemas.microsoft.com/office/powerpoint/2010/main" val="333170512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8ABCC-3F67-6D30-EEB9-04143FD7703B}"/>
              </a:ext>
            </a:extLst>
          </p:cNvPr>
          <p:cNvSpPr>
            <a:spLocks noGrp="1"/>
          </p:cNvSpPr>
          <p:nvPr>
            <p:ph type="title"/>
          </p:nvPr>
        </p:nvSpPr>
        <p:spPr/>
        <p:txBody>
          <a:bodyPr/>
          <a:lstStyle/>
          <a:p>
            <a:r>
              <a:rPr lang="en-US"/>
              <a:t>Active Jobs</a:t>
            </a:r>
          </a:p>
        </p:txBody>
      </p:sp>
      <p:sp>
        <p:nvSpPr>
          <p:cNvPr id="3" name="Content Placeholder 2">
            <a:extLst>
              <a:ext uri="{FF2B5EF4-FFF2-40B4-BE49-F238E27FC236}">
                <a16:creationId xmlns:a16="http://schemas.microsoft.com/office/drawing/2014/main" id="{B426A521-2D9F-8BB8-8856-120D930A583A}"/>
              </a:ext>
            </a:extLst>
          </p:cNvPr>
          <p:cNvSpPr>
            <a:spLocks noGrp="1"/>
          </p:cNvSpPr>
          <p:nvPr>
            <p:ph sz="quarter" idx="10"/>
          </p:nvPr>
        </p:nvSpPr>
        <p:spPr/>
        <p:txBody>
          <a:bodyPr lIns="91440" tIns="45720" rIns="91440" bIns="45720" anchor="t"/>
          <a:lstStyle/>
          <a:p>
            <a:r>
              <a:rPr lang="en-US"/>
              <a:t>Under the jobs dropdown is the active jobs tab</a:t>
            </a:r>
          </a:p>
          <a:p>
            <a:pPr lvl="1"/>
            <a:r>
              <a:rPr lang="en-US"/>
              <a:t>This shows all jobs currently running or queued on all partitions for all users.</a:t>
            </a:r>
            <a:endParaRPr lang="en-US">
              <a:ea typeface="Calibri"/>
              <a:cs typeface="Calibri"/>
            </a:endParaRPr>
          </a:p>
          <a:p>
            <a:pPr lvl="2"/>
            <a:r>
              <a:rPr lang="en-US"/>
              <a:t>You can filter the search for All Jobs or Your Jobs. </a:t>
            </a:r>
            <a:endParaRPr lang="en-US">
              <a:ea typeface="Calibri"/>
              <a:cs typeface="Calibri"/>
            </a:endParaRPr>
          </a:p>
          <a:p>
            <a:pPr lvl="1"/>
            <a:r>
              <a:rPr lang="en-US"/>
              <a:t>The Filter search bar allows you to narrow jobs by either user, queue, job name, job ID, or job status (running, queued, completed).</a:t>
            </a:r>
            <a:endParaRPr lang="en-US">
              <a:ea typeface="Calibri"/>
              <a:cs typeface="Calibri"/>
            </a:endParaRPr>
          </a:p>
          <a:p>
            <a:pPr lvl="1"/>
            <a:endParaRPr lang="en-US"/>
          </a:p>
          <a:p>
            <a:pPr lvl="1"/>
            <a:r>
              <a:rPr lang="en-US"/>
              <a:t>More job details can be viewed using the dropdown to the left of a given job.</a:t>
            </a:r>
            <a:endParaRPr lang="en-US">
              <a:ea typeface="Calibri"/>
              <a:cs typeface="Calibri"/>
            </a:endParaRPr>
          </a:p>
          <a:p>
            <a:pPr lvl="2"/>
            <a:r>
              <a:rPr lang="en-US"/>
              <a:t>Completed jobs will be visible only for a short while as they are exiting.</a:t>
            </a:r>
          </a:p>
        </p:txBody>
      </p:sp>
    </p:spTree>
    <p:extLst>
      <p:ext uri="{BB962C8B-B14F-4D97-AF65-F5344CB8AC3E}">
        <p14:creationId xmlns:p14="http://schemas.microsoft.com/office/powerpoint/2010/main" val="1238302646"/>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63459-CB38-74D7-750D-BF17B63EB505}"/>
              </a:ext>
            </a:extLst>
          </p:cNvPr>
          <p:cNvSpPr>
            <a:spLocks noGrp="1"/>
          </p:cNvSpPr>
          <p:nvPr>
            <p:ph type="title"/>
          </p:nvPr>
        </p:nvSpPr>
        <p:spPr/>
        <p:txBody>
          <a:bodyPr/>
          <a:lstStyle/>
          <a:p>
            <a:r>
              <a:rPr lang="en-US"/>
              <a:t>Clusters</a:t>
            </a:r>
          </a:p>
        </p:txBody>
      </p:sp>
      <p:sp>
        <p:nvSpPr>
          <p:cNvPr id="3" name="Content Placeholder 2">
            <a:extLst>
              <a:ext uri="{FF2B5EF4-FFF2-40B4-BE49-F238E27FC236}">
                <a16:creationId xmlns:a16="http://schemas.microsoft.com/office/drawing/2014/main" id="{ACBBAF03-7F79-ACDE-58A6-8C939E90DAD0}"/>
              </a:ext>
            </a:extLst>
          </p:cNvPr>
          <p:cNvSpPr>
            <a:spLocks noGrp="1"/>
          </p:cNvSpPr>
          <p:nvPr>
            <p:ph sz="quarter" idx="10"/>
          </p:nvPr>
        </p:nvSpPr>
        <p:spPr/>
        <p:txBody>
          <a:bodyPr lIns="91440" tIns="45720" rIns="91440" bIns="45720" anchor="t"/>
          <a:lstStyle/>
          <a:p>
            <a:r>
              <a:rPr lang="en-US"/>
              <a:t>The Clusters tab on the menu bar opens a new browser tab with a Linux command line interface for shell access.</a:t>
            </a:r>
          </a:p>
          <a:p>
            <a:endParaRPr lang="en-US"/>
          </a:p>
          <a:p>
            <a:pPr lvl="1"/>
            <a:r>
              <a:rPr lang="en-US"/>
              <a:t>This gives you terminal access to the frontend Ivy VM, similar to logging in via SSH.</a:t>
            </a:r>
          </a:p>
          <a:p>
            <a:pPr lvl="1"/>
            <a:r>
              <a:rPr lang="en-US"/>
              <a:t>Here, you can manipulate files, install software packages for Python &amp; R, and submit command line jobs. Running processes here does not utilize Rio compute node resources.</a:t>
            </a:r>
            <a:endParaRPr lang="en-US">
              <a:ea typeface="Calibri"/>
              <a:cs typeface="Calibri"/>
            </a:endParaRPr>
          </a:p>
        </p:txBody>
      </p:sp>
    </p:spTree>
    <p:extLst>
      <p:ext uri="{BB962C8B-B14F-4D97-AF65-F5344CB8AC3E}">
        <p14:creationId xmlns:p14="http://schemas.microsoft.com/office/powerpoint/2010/main" val="165829462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69986-9E49-E057-5834-260EBD8AC267}"/>
              </a:ext>
            </a:extLst>
          </p:cNvPr>
          <p:cNvSpPr>
            <a:spLocks noGrp="1"/>
          </p:cNvSpPr>
          <p:nvPr>
            <p:ph type="title"/>
          </p:nvPr>
        </p:nvSpPr>
        <p:spPr/>
        <p:txBody>
          <a:bodyPr lIns="91440" tIns="45720" rIns="91440" bIns="45720" anchor="t"/>
          <a:lstStyle/>
          <a:p>
            <a:r>
              <a:rPr lang="en-US">
                <a:ea typeface="Calibri Light"/>
                <a:cs typeface="Calibri Light"/>
              </a:rPr>
              <a:t>Interactive Apps</a:t>
            </a:r>
            <a:endParaRPr lang="en-US"/>
          </a:p>
        </p:txBody>
      </p:sp>
      <p:sp>
        <p:nvSpPr>
          <p:cNvPr id="3" name="Content Placeholder 2">
            <a:extLst>
              <a:ext uri="{FF2B5EF4-FFF2-40B4-BE49-F238E27FC236}">
                <a16:creationId xmlns:a16="http://schemas.microsoft.com/office/drawing/2014/main" id="{0786C114-1F2D-AEAE-F498-1CA7A44F2007}"/>
              </a:ext>
            </a:extLst>
          </p:cNvPr>
          <p:cNvSpPr>
            <a:spLocks noGrp="1"/>
          </p:cNvSpPr>
          <p:nvPr>
            <p:ph sz="quarter" idx="10"/>
          </p:nvPr>
        </p:nvSpPr>
        <p:spPr/>
        <p:txBody>
          <a:bodyPr lIns="91440" tIns="45720" rIns="91440" bIns="45720" anchor="t"/>
          <a:lstStyle/>
          <a:p>
            <a:r>
              <a:rPr lang="en-US"/>
              <a:t>Open OnDemand offers GUI applications to interactively run jobs on Rio compute nodes.</a:t>
            </a:r>
          </a:p>
          <a:p>
            <a:r>
              <a:rPr lang="en-US"/>
              <a:t>Job submissions are managed by a resource manager called </a:t>
            </a:r>
            <a:r>
              <a:rPr lang="en-US" err="1"/>
              <a:t>Slurm</a:t>
            </a:r>
            <a:r>
              <a:rPr lang="en-US"/>
              <a:t>.</a:t>
            </a:r>
            <a:endParaRPr lang="en-US">
              <a:ea typeface="Calibri"/>
              <a:cs typeface="Calibri"/>
            </a:endParaRPr>
          </a:p>
          <a:p>
            <a:endParaRPr lang="en-US"/>
          </a:p>
          <a:p>
            <a:r>
              <a:rPr lang="en-US"/>
              <a:t>The following applications are available:</a:t>
            </a:r>
            <a:endParaRPr lang="en-US">
              <a:ea typeface="Calibri"/>
              <a:cs typeface="Calibri"/>
            </a:endParaRPr>
          </a:p>
          <a:p>
            <a:pPr lvl="1"/>
            <a:r>
              <a:rPr lang="en-US" err="1"/>
              <a:t>JupyterLab</a:t>
            </a:r>
            <a:endParaRPr lang="en-US"/>
          </a:p>
          <a:p>
            <a:pPr lvl="1"/>
            <a:r>
              <a:rPr lang="en-US" err="1"/>
              <a:t>Rstudio</a:t>
            </a:r>
            <a:r>
              <a:rPr lang="en-US"/>
              <a:t> Server</a:t>
            </a:r>
            <a:endParaRPr lang="en-US">
              <a:ea typeface="Calibri"/>
              <a:cs typeface="Calibri"/>
            </a:endParaRPr>
          </a:p>
          <a:p>
            <a:pPr lvl="1"/>
            <a:r>
              <a:rPr lang="en-US" err="1"/>
              <a:t>FastX</a:t>
            </a:r>
            <a:r>
              <a:rPr lang="en-US"/>
              <a:t> Desktop</a:t>
            </a:r>
            <a:endParaRPr lang="en-US">
              <a:ea typeface="Calibri"/>
              <a:cs typeface="Calibri"/>
            </a:endParaRPr>
          </a:p>
          <a:p>
            <a:pPr lvl="1"/>
            <a:endParaRPr lang="en-US"/>
          </a:p>
        </p:txBody>
      </p:sp>
    </p:spTree>
    <p:extLst>
      <p:ext uri="{BB962C8B-B14F-4D97-AF65-F5344CB8AC3E}">
        <p14:creationId xmlns:p14="http://schemas.microsoft.com/office/powerpoint/2010/main" val="374943735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05227-EF1A-D575-825D-EE6D7EDEF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2247A-65A5-EF11-4D35-FAD244E06180}"/>
              </a:ext>
            </a:extLst>
          </p:cNvPr>
          <p:cNvSpPr>
            <a:spLocks noGrp="1"/>
          </p:cNvSpPr>
          <p:nvPr>
            <p:ph type="title"/>
          </p:nvPr>
        </p:nvSpPr>
        <p:spPr/>
        <p:txBody>
          <a:bodyPr lIns="91440" tIns="45720" rIns="91440" bIns="45720" anchor="t"/>
          <a:lstStyle/>
          <a:p>
            <a:r>
              <a:rPr lang="en-US">
                <a:ea typeface="Calibri Light"/>
                <a:cs typeface="Calibri Light"/>
              </a:rPr>
              <a:t>Requesting a Session</a:t>
            </a:r>
            <a:endParaRPr lang="en-US"/>
          </a:p>
        </p:txBody>
      </p:sp>
      <p:sp>
        <p:nvSpPr>
          <p:cNvPr id="3" name="Content Placeholder 2">
            <a:extLst>
              <a:ext uri="{FF2B5EF4-FFF2-40B4-BE49-F238E27FC236}">
                <a16:creationId xmlns:a16="http://schemas.microsoft.com/office/drawing/2014/main" id="{279D4A9E-ECD4-012C-85CF-F11543E2DD19}"/>
              </a:ext>
            </a:extLst>
          </p:cNvPr>
          <p:cNvSpPr>
            <a:spLocks noGrp="1"/>
          </p:cNvSpPr>
          <p:nvPr>
            <p:ph sz="quarter" idx="10"/>
          </p:nvPr>
        </p:nvSpPr>
        <p:spPr>
          <a:xfrm>
            <a:off x="838200" y="1851026"/>
            <a:ext cx="5257800" cy="4549775"/>
          </a:xfrm>
        </p:spPr>
        <p:txBody>
          <a:bodyPr/>
          <a:lstStyle/>
          <a:p>
            <a:r>
              <a:rPr lang="en-US"/>
              <a:t>To request a session, select one of the applications from the dropdown. This will prompt you to fill in the desired resources for your interactive job.</a:t>
            </a:r>
          </a:p>
          <a:p>
            <a:r>
              <a:rPr lang="en-US"/>
              <a:t>The example to the right is for starting a </a:t>
            </a:r>
            <a:r>
              <a:rPr lang="en-US" err="1"/>
              <a:t>JupyterLab</a:t>
            </a:r>
            <a:r>
              <a:rPr lang="en-US"/>
              <a:t> session.</a:t>
            </a:r>
          </a:p>
        </p:txBody>
      </p:sp>
      <p:pic>
        <p:nvPicPr>
          <p:cNvPr id="5" name="Picture 4" descr="A screenshot of a computer&#10;&#10;AI-generated content may be incorrect.">
            <a:extLst>
              <a:ext uri="{FF2B5EF4-FFF2-40B4-BE49-F238E27FC236}">
                <a16:creationId xmlns:a16="http://schemas.microsoft.com/office/drawing/2014/main" id="{FEA18BE7-8E5C-EE9E-94E2-6661C422FC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16218" y="365126"/>
            <a:ext cx="4945011" cy="5660136"/>
          </a:xfrm>
          <a:prstGeom prst="rect">
            <a:avLst/>
          </a:prstGeom>
        </p:spPr>
      </p:pic>
    </p:spTree>
    <p:extLst>
      <p:ext uri="{BB962C8B-B14F-4D97-AF65-F5344CB8AC3E}">
        <p14:creationId xmlns:p14="http://schemas.microsoft.com/office/powerpoint/2010/main" val="275032648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369E4-08C1-9413-199B-873D32492B33}"/>
              </a:ext>
            </a:extLst>
          </p:cNvPr>
          <p:cNvSpPr>
            <a:spLocks noGrp="1"/>
          </p:cNvSpPr>
          <p:nvPr>
            <p:ph type="title"/>
          </p:nvPr>
        </p:nvSpPr>
        <p:spPr/>
        <p:txBody>
          <a:bodyPr/>
          <a:lstStyle/>
          <a:p>
            <a:r>
              <a:rPr lang="en-US"/>
              <a:t>Choosing Resource Requests</a:t>
            </a:r>
          </a:p>
        </p:txBody>
      </p:sp>
      <p:sp>
        <p:nvSpPr>
          <p:cNvPr id="3" name="Content Placeholder 2">
            <a:extLst>
              <a:ext uri="{FF2B5EF4-FFF2-40B4-BE49-F238E27FC236}">
                <a16:creationId xmlns:a16="http://schemas.microsoft.com/office/drawing/2014/main" id="{F031465D-4496-8D7B-460A-C78290C17AAE}"/>
              </a:ext>
            </a:extLst>
          </p:cNvPr>
          <p:cNvSpPr>
            <a:spLocks noGrp="1"/>
          </p:cNvSpPr>
          <p:nvPr>
            <p:ph sz="quarter" idx="10"/>
          </p:nvPr>
        </p:nvSpPr>
        <p:spPr/>
        <p:txBody>
          <a:bodyPr lIns="91440" tIns="45720" rIns="91440" bIns="45720" anchor="t"/>
          <a:lstStyle/>
          <a:p>
            <a:r>
              <a:rPr lang="en-US"/>
              <a:t>Partition – Standard or GPU (only select GPU if you are using GPU-enabled code)</a:t>
            </a:r>
            <a:endParaRPr lang="en-US">
              <a:ea typeface="Calibri"/>
              <a:cs typeface="Calibri"/>
            </a:endParaRPr>
          </a:p>
          <a:p>
            <a:r>
              <a:rPr lang="en-US"/>
              <a:t>Time – Time limit for your session. Once reached, your session will terminate along with any running code. Cannot be adjusted.</a:t>
            </a:r>
            <a:endParaRPr lang="en-US">
              <a:ea typeface="Calibri"/>
              <a:cs typeface="Calibri"/>
            </a:endParaRPr>
          </a:p>
          <a:p>
            <a:r>
              <a:rPr lang="en-US"/>
              <a:t>Cores – Used in parallel processing. Your code must be modified to take advantage of using multiple cores.</a:t>
            </a:r>
            <a:endParaRPr lang="en-US">
              <a:ea typeface="Calibri"/>
              <a:cs typeface="Calibri"/>
            </a:endParaRPr>
          </a:p>
          <a:p>
            <a:r>
              <a:rPr lang="en-US"/>
              <a:t>Memory – A good rule of thumb is to request 2 to 3 times the size of the data that you are reading in or generating.</a:t>
            </a:r>
            <a:endParaRPr lang="en-US">
              <a:ea typeface="Calibri"/>
              <a:cs typeface="Calibri"/>
            </a:endParaRPr>
          </a:p>
          <a:p>
            <a:r>
              <a:rPr lang="en-US"/>
              <a:t>Optional: </a:t>
            </a:r>
            <a:r>
              <a:rPr lang="en-US" err="1"/>
              <a:t>Slurm</a:t>
            </a:r>
            <a:r>
              <a:rPr lang="en-US"/>
              <a:t> Option – Used to input one of the many other </a:t>
            </a:r>
            <a:r>
              <a:rPr lang="en-US" err="1"/>
              <a:t>Slurm</a:t>
            </a:r>
            <a:r>
              <a:rPr lang="en-US"/>
              <a:t> options.</a:t>
            </a:r>
            <a:endParaRPr lang="en-US">
              <a:ea typeface="Calibri"/>
              <a:cs typeface="Calibri"/>
            </a:endParaRPr>
          </a:p>
          <a:p>
            <a:endParaRPr lang="en-US"/>
          </a:p>
        </p:txBody>
      </p:sp>
    </p:spTree>
    <p:extLst>
      <p:ext uri="{BB962C8B-B14F-4D97-AF65-F5344CB8AC3E}">
        <p14:creationId xmlns:p14="http://schemas.microsoft.com/office/powerpoint/2010/main" val="100621777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B4ED2-3762-7A1E-EDC1-60A877926A6C}"/>
              </a:ext>
            </a:extLst>
          </p:cNvPr>
          <p:cNvSpPr>
            <a:spLocks noGrp="1"/>
          </p:cNvSpPr>
          <p:nvPr>
            <p:ph type="title"/>
          </p:nvPr>
        </p:nvSpPr>
        <p:spPr/>
        <p:txBody>
          <a:bodyPr lIns="91440" tIns="45720" rIns="91440" bIns="45720" anchor="t"/>
          <a:lstStyle/>
          <a:p>
            <a:r>
              <a:rPr lang="en-US"/>
              <a:t>Queueing the Session</a:t>
            </a:r>
          </a:p>
        </p:txBody>
      </p:sp>
      <p:sp>
        <p:nvSpPr>
          <p:cNvPr id="3" name="Content Placeholder 2">
            <a:extLst>
              <a:ext uri="{FF2B5EF4-FFF2-40B4-BE49-F238E27FC236}">
                <a16:creationId xmlns:a16="http://schemas.microsoft.com/office/drawing/2014/main" id="{D1967872-81D7-6283-0DFF-BF59E1B78565}"/>
              </a:ext>
            </a:extLst>
          </p:cNvPr>
          <p:cNvSpPr>
            <a:spLocks noGrp="1"/>
          </p:cNvSpPr>
          <p:nvPr>
            <p:ph sz="quarter" idx="10"/>
          </p:nvPr>
        </p:nvSpPr>
        <p:spPr/>
        <p:txBody>
          <a:bodyPr lIns="91440" tIns="45720" rIns="91440" bIns="45720" anchor="t"/>
          <a:lstStyle/>
          <a:p>
            <a:r>
              <a:rPr lang="en-US"/>
              <a:t>Once you’ve filled out the resource request form, click the Launch button at the bottom to queue your job.</a:t>
            </a:r>
          </a:p>
          <a:p>
            <a:pPr lvl="1"/>
            <a:r>
              <a:rPr lang="en-US"/>
              <a:t>While queued, the job will wait for the resources you’ve asked for to become available.</a:t>
            </a:r>
            <a:endParaRPr lang="en-US">
              <a:ea typeface="Calibri"/>
              <a:cs typeface="Calibri"/>
            </a:endParaRPr>
          </a:p>
          <a:p>
            <a:pPr lvl="1"/>
            <a:r>
              <a:rPr lang="en-US"/>
              <a:t>Requests with higher resource requests (more cores, more memory, more time) may wait longer.</a:t>
            </a:r>
            <a:endParaRPr lang="en-US">
              <a:ea typeface="Calibri"/>
              <a:cs typeface="Calibri"/>
            </a:endParaRPr>
          </a:p>
          <a:p>
            <a:pPr lvl="1"/>
            <a:endParaRPr lang="en-US"/>
          </a:p>
        </p:txBody>
      </p:sp>
      <p:pic>
        <p:nvPicPr>
          <p:cNvPr id="4" name="Picture 3" descr="A screenshot of a computer&#10;&#10;AI-generated content may be incorrect.">
            <a:extLst>
              <a:ext uri="{FF2B5EF4-FFF2-40B4-BE49-F238E27FC236}">
                <a16:creationId xmlns:a16="http://schemas.microsoft.com/office/drawing/2014/main" id="{D5314E56-5116-59EB-00B1-1F46BC1A1FA2}"/>
              </a:ext>
            </a:extLst>
          </p:cNvPr>
          <p:cNvPicPr>
            <a:picLocks noChangeAspect="1"/>
          </p:cNvPicPr>
          <p:nvPr/>
        </p:nvPicPr>
        <p:blipFill>
          <a:blip r:embed="rId2"/>
          <a:srcRect r="167" b="66169"/>
          <a:stretch>
            <a:fillRect/>
          </a:stretch>
        </p:blipFill>
        <p:spPr>
          <a:xfrm>
            <a:off x="1191564" y="4128448"/>
            <a:ext cx="7124823" cy="2467974"/>
          </a:xfrm>
          <a:prstGeom prst="rect">
            <a:avLst/>
          </a:prstGeom>
        </p:spPr>
      </p:pic>
    </p:spTree>
    <p:extLst>
      <p:ext uri="{BB962C8B-B14F-4D97-AF65-F5344CB8AC3E}">
        <p14:creationId xmlns:p14="http://schemas.microsoft.com/office/powerpoint/2010/main" val="591668695"/>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D289-0C8B-8391-85BB-91BFA7C2D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CBCAF-899E-E16F-034C-75D828F921C8}"/>
              </a:ext>
            </a:extLst>
          </p:cNvPr>
          <p:cNvSpPr>
            <a:spLocks noGrp="1"/>
          </p:cNvSpPr>
          <p:nvPr>
            <p:ph type="title"/>
          </p:nvPr>
        </p:nvSpPr>
        <p:spPr/>
        <p:txBody>
          <a:bodyPr/>
          <a:lstStyle/>
          <a:p>
            <a:r>
              <a:rPr lang="en-US"/>
              <a:t>Launching the Session</a:t>
            </a:r>
          </a:p>
        </p:txBody>
      </p:sp>
      <p:sp>
        <p:nvSpPr>
          <p:cNvPr id="3" name="Content Placeholder 2">
            <a:extLst>
              <a:ext uri="{FF2B5EF4-FFF2-40B4-BE49-F238E27FC236}">
                <a16:creationId xmlns:a16="http://schemas.microsoft.com/office/drawing/2014/main" id="{31077E98-2930-74B0-FD31-6FA56CA82FE6}"/>
              </a:ext>
            </a:extLst>
          </p:cNvPr>
          <p:cNvSpPr>
            <a:spLocks noGrp="1"/>
          </p:cNvSpPr>
          <p:nvPr>
            <p:ph sz="quarter" idx="10"/>
          </p:nvPr>
        </p:nvSpPr>
        <p:spPr/>
        <p:txBody>
          <a:bodyPr lIns="91440" tIns="45720" rIns="91440" bIns="45720" anchor="t"/>
          <a:lstStyle/>
          <a:p>
            <a:r>
              <a:rPr lang="en-US"/>
              <a:t>When the job has started, the status will change from Queued to Running. A button will appear to open a browser, launching the interactive session.</a:t>
            </a:r>
            <a:endParaRPr lang="en-US">
              <a:ea typeface="Calibri" panose="020F0502020204030204"/>
              <a:cs typeface="Calibri" panose="020F0502020204030204"/>
            </a:endParaRPr>
          </a:p>
        </p:txBody>
      </p:sp>
      <p:pic>
        <p:nvPicPr>
          <p:cNvPr id="4" name="Picture 3" descr="A screenshot of a computer&#10;&#10;AI-generated content may be incorrect.">
            <a:extLst>
              <a:ext uri="{FF2B5EF4-FFF2-40B4-BE49-F238E27FC236}">
                <a16:creationId xmlns:a16="http://schemas.microsoft.com/office/drawing/2014/main" id="{55984E4D-1292-F28F-CDC1-DC84BC8AF03F}"/>
              </a:ext>
            </a:extLst>
          </p:cNvPr>
          <p:cNvPicPr>
            <a:picLocks noChangeAspect="1"/>
          </p:cNvPicPr>
          <p:nvPr/>
        </p:nvPicPr>
        <p:blipFill>
          <a:blip r:embed="rId2"/>
          <a:srcRect t="62523" r="-190"/>
          <a:stretch>
            <a:fillRect/>
          </a:stretch>
        </p:blipFill>
        <p:spPr>
          <a:xfrm>
            <a:off x="1063953" y="3138407"/>
            <a:ext cx="7717763" cy="2934079"/>
          </a:xfrm>
          <a:prstGeom prst="rect">
            <a:avLst/>
          </a:prstGeom>
        </p:spPr>
      </p:pic>
    </p:spTree>
    <p:extLst>
      <p:ext uri="{BB962C8B-B14F-4D97-AF65-F5344CB8AC3E}">
        <p14:creationId xmlns:p14="http://schemas.microsoft.com/office/powerpoint/2010/main" val="210197739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D511D-FC21-F665-D607-BC26701D4178}"/>
              </a:ext>
            </a:extLst>
          </p:cNvPr>
          <p:cNvSpPr>
            <a:spLocks noGrp="1"/>
          </p:cNvSpPr>
          <p:nvPr>
            <p:ph type="title"/>
          </p:nvPr>
        </p:nvSpPr>
        <p:spPr/>
        <p:txBody>
          <a:bodyPr lIns="91440" tIns="45720" rIns="91440" bIns="45720" anchor="t"/>
          <a:lstStyle/>
          <a:p>
            <a:r>
              <a:rPr lang="en-US"/>
              <a:t>Interactive Desktop</a:t>
            </a:r>
            <a:endParaRPr lang="en-US">
              <a:ea typeface="Calibri Light"/>
              <a:cs typeface="Calibri Light"/>
            </a:endParaRPr>
          </a:p>
        </p:txBody>
      </p:sp>
      <p:sp>
        <p:nvSpPr>
          <p:cNvPr id="3" name="Content Placeholder 2">
            <a:extLst>
              <a:ext uri="{FF2B5EF4-FFF2-40B4-BE49-F238E27FC236}">
                <a16:creationId xmlns:a16="http://schemas.microsoft.com/office/drawing/2014/main" id="{CC4D06AB-7EAA-6930-4940-5617B1173F74}"/>
              </a:ext>
            </a:extLst>
          </p:cNvPr>
          <p:cNvSpPr>
            <a:spLocks noGrp="1"/>
          </p:cNvSpPr>
          <p:nvPr>
            <p:ph sz="quarter" idx="10"/>
          </p:nvPr>
        </p:nvSpPr>
        <p:spPr/>
        <p:txBody>
          <a:bodyPr lIns="91440" tIns="45720" rIns="91440" bIns="45720" anchor="t"/>
          <a:lstStyle/>
          <a:p>
            <a:r>
              <a:rPr lang="en-US">
                <a:latin typeface="Aptos"/>
                <a:ea typeface="+mn-lt"/>
                <a:cs typeface="+mn-lt"/>
              </a:rPr>
              <a:t>The Interactive Desktop application launches a virtual desktop session.</a:t>
            </a:r>
          </a:p>
          <a:p>
            <a:pPr lvl="1"/>
            <a:r>
              <a:rPr lang="en-US">
                <a:latin typeface="Aptos"/>
                <a:ea typeface="+mn-lt"/>
                <a:cs typeface="+mn-lt"/>
              </a:rPr>
              <a:t>The Desktop app is a great tool for managing files and launching applications with a graphical user interface.</a:t>
            </a:r>
          </a:p>
          <a:p>
            <a:pPr lvl="1"/>
            <a:r>
              <a:rPr lang="en-US">
                <a:latin typeface="Aptos"/>
                <a:ea typeface="+mn-lt"/>
                <a:cs typeface="+mn-lt"/>
              </a:rPr>
              <a:t>A Firefox browser is available and can be used to browse the web. The browser must be launched from a terminal with the network proxy set. Use the following commands in a terminal:</a:t>
            </a:r>
          </a:p>
          <a:p>
            <a:pPr lvl="2"/>
            <a:r>
              <a:rPr lang="en-US">
                <a:latin typeface="Consolas"/>
                <a:ea typeface="+mn-lt"/>
                <a:cs typeface="+mn-lt"/>
              </a:rPr>
              <a:t>export HTTPS_PROXY=http://figgis-s.hpc.virginia.edu:8080</a:t>
            </a:r>
            <a:r>
              <a:rPr lang="en-US">
                <a:latin typeface="Aptos"/>
                <a:ea typeface="+mn-lt"/>
                <a:cs typeface="+mn-lt"/>
              </a:rPr>
              <a:t> </a:t>
            </a:r>
          </a:p>
          <a:p>
            <a:pPr lvl="2"/>
            <a:r>
              <a:rPr lang="en-US">
                <a:latin typeface="Consolas"/>
                <a:ea typeface="+mn-lt"/>
                <a:cs typeface="+mn-lt"/>
              </a:rPr>
              <a:t>export HTTP_PROXY=http://figgis-s.hpc.virginia.edu:8080</a:t>
            </a:r>
          </a:p>
          <a:p>
            <a:pPr lvl="2"/>
            <a:r>
              <a:rPr lang="en-US" err="1">
                <a:latin typeface="Consolas" panose="020B0609020204030204" pitchFamily="49" charset="0"/>
                <a:ea typeface="+mn-lt"/>
                <a:cs typeface="+mn-lt"/>
              </a:rPr>
              <a:t>firefox</a:t>
            </a:r>
            <a:endParaRPr lang="en-US">
              <a:latin typeface="Consolas" panose="020B0609020204030204" pitchFamily="49" charset="0"/>
            </a:endParaRPr>
          </a:p>
        </p:txBody>
      </p:sp>
    </p:spTree>
    <p:extLst>
      <p:ext uri="{BB962C8B-B14F-4D97-AF65-F5344CB8AC3E}">
        <p14:creationId xmlns:p14="http://schemas.microsoft.com/office/powerpoint/2010/main" val="4234239820"/>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Working with Files Using the Desktop</a:t>
            </a:r>
          </a:p>
          <a:p>
            <a:endParaRPr lang="en-US">
              <a:ea typeface="Calibri Light"/>
              <a:cs typeface="Calibri Light"/>
            </a:endParaRPr>
          </a:p>
        </p:txBody>
      </p:sp>
      <p:sp>
        <p:nvSpPr>
          <p:cNvPr id="3" name="Content Placeholder 2"/>
          <p:cNvSpPr>
            <a:spLocks noGrp="1"/>
          </p:cNvSpPr>
          <p:nvPr>
            <p:ph sz="quarter" idx="10"/>
          </p:nvPr>
        </p:nvSpPr>
        <p:spPr>
          <a:xfrm>
            <a:off x="838200" y="1851026"/>
            <a:ext cx="5369560" cy="4549775"/>
          </a:xfrm>
        </p:spPr>
        <p:txBody>
          <a:bodyPr lIns="91440" tIns="45720" rIns="91440" bIns="45720" anchor="t">
            <a:normAutofit fontScale="85000" lnSpcReduction="20000"/>
          </a:bodyPr>
          <a:lstStyle/>
          <a:p>
            <a:r>
              <a:rPr lang="en-US">
                <a:latin typeface="Aptos"/>
              </a:rPr>
              <a:t>The Desktop app has a graphical file manager that can be opened by clicking the folder icon on the desktop or the file cabinet icon on the applications bar.</a:t>
            </a:r>
          </a:p>
          <a:p>
            <a:r>
              <a:rPr lang="en-US">
                <a:latin typeface="Aptos"/>
              </a:rPr>
              <a:t>Using it should feel familiar. You can click and drag to move files/folders. Right-click to cut, copy, and paste.</a:t>
            </a:r>
          </a:p>
          <a:p>
            <a:r>
              <a:rPr lang="en-US">
                <a:latin typeface="Aptos"/>
              </a:rPr>
              <a:t>You can create and edit files by using the Pluma editor. Right-click in the empty space and select “Create Document” to create a text file. Right-click the new file and select “Open with Pluma” to edit it. You can edit existing files this way.</a:t>
            </a:r>
          </a:p>
          <a:p>
            <a:endParaRPr lang="en-US">
              <a:latin typeface="Aptos"/>
            </a:endParaRPr>
          </a:p>
          <a:p>
            <a:endParaRPr lang="en-US">
              <a:ea typeface="Calibri"/>
              <a:cs typeface="Calibri"/>
            </a:endParaRPr>
          </a:p>
        </p:txBody>
      </p:sp>
      <p:pic>
        <p:nvPicPr>
          <p:cNvPr id="9" name="Picture 8" descr="A screenshot of a computer&#10;&#10;AI-generated content may be incorrect.">
            <a:extLst>
              <a:ext uri="{FF2B5EF4-FFF2-40B4-BE49-F238E27FC236}">
                <a16:creationId xmlns:a16="http://schemas.microsoft.com/office/drawing/2014/main" id="{6296FB78-CA81-E134-32F6-A183F72B08F8}"/>
              </a:ext>
            </a:extLst>
          </p:cNvPr>
          <p:cNvPicPr>
            <a:picLocks noChangeAspect="1"/>
          </p:cNvPicPr>
          <p:nvPr/>
        </p:nvPicPr>
        <p:blipFill>
          <a:blip r:embed="rId3"/>
          <a:stretch>
            <a:fillRect/>
          </a:stretch>
        </p:blipFill>
        <p:spPr>
          <a:xfrm>
            <a:off x="6113460" y="1851026"/>
            <a:ext cx="5805891" cy="3077590"/>
          </a:xfrm>
          <a:prstGeom prst="rect">
            <a:avLst/>
          </a:prstGeom>
        </p:spPr>
      </p:pic>
      <p:sp>
        <p:nvSpPr>
          <p:cNvPr id="10" name="TextBox 9">
            <a:extLst>
              <a:ext uri="{FF2B5EF4-FFF2-40B4-BE49-F238E27FC236}">
                <a16:creationId xmlns:a16="http://schemas.microsoft.com/office/drawing/2014/main" id="{08B797D8-CD29-68C0-5FC6-735241EFEE0C}"/>
              </a:ext>
            </a:extLst>
          </p:cNvPr>
          <p:cNvSpPr txBox="1"/>
          <p:nvPr/>
        </p:nvSpPr>
        <p:spPr>
          <a:xfrm>
            <a:off x="6317655" y="4928616"/>
            <a:ext cx="5397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tos"/>
              </a:rPr>
              <a:t>MATE Desktop with ​CAJA file browser open (white box on menu bar)​</a:t>
            </a:r>
          </a:p>
        </p:txBody>
      </p:sp>
    </p:spTree>
    <p:extLst>
      <p:ext uri="{BB962C8B-B14F-4D97-AF65-F5344CB8AC3E}">
        <p14:creationId xmlns:p14="http://schemas.microsoft.com/office/powerpoint/2010/main" val="4259225808"/>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a:rPr>
              <a:t>How to edit a file in Linux VM</a:t>
            </a:r>
          </a:p>
        </p:txBody>
      </p:sp>
      <p:sp>
        <p:nvSpPr>
          <p:cNvPr id="3" name="Content Placeholder 2"/>
          <p:cNvSpPr>
            <a:spLocks noGrp="1"/>
          </p:cNvSpPr>
          <p:nvPr>
            <p:ph sz="quarter" idx="10"/>
          </p:nvPr>
        </p:nvSpPr>
        <p:spPr/>
        <p:txBody>
          <a:bodyPr lIns="91440" tIns="45720" rIns="91440" bIns="45720" anchor="t">
            <a:normAutofit/>
          </a:bodyPr>
          <a:lstStyle/>
          <a:p>
            <a:pPr marL="0" indent="0">
              <a:buNone/>
            </a:pPr>
            <a:r>
              <a:rPr lang="en-US" sz="2400">
                <a:latin typeface="Aptos"/>
              </a:rPr>
              <a:t>Editors you can use:</a:t>
            </a:r>
          </a:p>
          <a:p>
            <a:pPr marL="0" indent="0">
              <a:buNone/>
            </a:pPr>
            <a:endParaRPr lang="en-US" sz="2400">
              <a:latin typeface="Aptos"/>
            </a:endParaRPr>
          </a:p>
          <a:p>
            <a:pPr marL="731520" lvl="1" indent="-457200"/>
            <a:r>
              <a:rPr lang="en-US">
                <a:latin typeface="Aptos"/>
              </a:rPr>
              <a:t>When in a Terminal Window, use vi/emacs/</a:t>
            </a:r>
            <a:r>
              <a:rPr lang="en-US" err="1">
                <a:latin typeface="Aptos"/>
              </a:rPr>
              <a:t>pluma</a:t>
            </a:r>
            <a:r>
              <a:rPr lang="en-US">
                <a:latin typeface="Aptos"/>
              </a:rPr>
              <a:t>.  </a:t>
            </a:r>
            <a:endParaRPr lang="en-US">
              <a:latin typeface="Aptos"/>
              <a:ea typeface="Calibri"/>
              <a:cs typeface="Calibri"/>
            </a:endParaRPr>
          </a:p>
          <a:p>
            <a:pPr marL="731520" lvl="1" indent="-457200"/>
            <a:endParaRPr lang="en-US">
              <a:latin typeface="Aptos"/>
              <a:ea typeface="Calibri"/>
              <a:cs typeface="Calibri"/>
            </a:endParaRPr>
          </a:p>
          <a:p>
            <a:pPr marL="1074420" lvl="2" indent="-342900"/>
            <a:r>
              <a:rPr lang="en-US">
                <a:latin typeface="Aptos"/>
                <a:ea typeface="Calibri"/>
                <a:cs typeface="Calibri"/>
              </a:rPr>
              <a:t>vi/emacs uses all keyboard shortcuts and may take a while to learn.</a:t>
            </a:r>
          </a:p>
          <a:p>
            <a:pPr marL="1074420" lvl="2" indent="-342900"/>
            <a:r>
              <a:rPr lang="en-US" err="1">
                <a:latin typeface="Aptos"/>
                <a:ea typeface="Calibri"/>
                <a:cs typeface="Calibri"/>
              </a:rPr>
              <a:t>pluma</a:t>
            </a:r>
            <a:r>
              <a:rPr lang="en-US">
                <a:latin typeface="Aptos"/>
                <a:ea typeface="Calibri"/>
                <a:cs typeface="Calibri"/>
              </a:rPr>
              <a:t> is a very basic editor.  To launch, type: </a:t>
            </a:r>
            <a:r>
              <a:rPr lang="en-US" err="1">
                <a:latin typeface="Aptos"/>
                <a:ea typeface="Calibri"/>
                <a:cs typeface="Calibri"/>
              </a:rPr>
              <a:t>pluma</a:t>
            </a:r>
            <a:r>
              <a:rPr lang="en-US">
                <a:latin typeface="Aptos"/>
                <a:ea typeface="Calibri"/>
                <a:cs typeface="Calibri"/>
              </a:rPr>
              <a:t> myfile.txt</a:t>
            </a:r>
          </a:p>
          <a:p>
            <a:pPr marL="1074420" lvl="2" indent="-342900"/>
            <a:endParaRPr lang="en-US" sz="2400">
              <a:latin typeface="Aptos"/>
            </a:endParaRPr>
          </a:p>
          <a:p>
            <a:pPr marL="1074420" lvl="2" indent="-342900"/>
            <a:endParaRPr lang="en-US" sz="2400">
              <a:latin typeface="Aptos"/>
            </a:endParaRPr>
          </a:p>
          <a:p>
            <a:pPr marL="731520" lvl="1" indent="-457200"/>
            <a:r>
              <a:rPr lang="en-US">
                <a:latin typeface="Aptos"/>
              </a:rPr>
              <a:t>In Desktop, you can use Pluma Text Editor.</a:t>
            </a:r>
          </a:p>
        </p:txBody>
      </p:sp>
    </p:spTree>
    <p:extLst>
      <p:ext uri="{BB962C8B-B14F-4D97-AF65-F5344CB8AC3E}">
        <p14:creationId xmlns:p14="http://schemas.microsoft.com/office/powerpoint/2010/main" val="546937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Preinstalled Software</a:t>
            </a:r>
          </a:p>
          <a:p>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a:bodyPr>
          <a:lstStyle/>
          <a:p>
            <a:r>
              <a:rPr lang="en-US" sz="2400">
                <a:latin typeface="Aptos"/>
              </a:rPr>
              <a:t>Every VM comes with a </a:t>
            </a:r>
            <a:r>
              <a:rPr lang="en-US" sz="2400">
                <a:latin typeface="Aptos"/>
                <a:hlinkClick r:id="rId2"/>
              </a:rPr>
              <a:t>base installation</a:t>
            </a:r>
            <a:r>
              <a:rPr lang="en-US" sz="2400">
                <a:latin typeface="Aptos"/>
              </a:rPr>
              <a:t> of software by default. New software can be installed upon request.</a:t>
            </a:r>
          </a:p>
          <a:p>
            <a:endParaRPr lang="en-US" sz="2400">
              <a:latin typeface="Aptos"/>
            </a:endParaRPr>
          </a:p>
          <a:p>
            <a:pPr lvl="1"/>
            <a:r>
              <a:rPr lang="en-US" sz="2000">
                <a:latin typeface="Aptos"/>
              </a:rPr>
              <a:t>Software not already approved will need to undergo a security evaluation to determine if it is suitable for a High Security environment.</a:t>
            </a:r>
          </a:p>
          <a:p>
            <a:pPr lvl="1"/>
            <a:r>
              <a:rPr lang="en-US" sz="2000">
                <a:latin typeface="Aptos"/>
              </a:rPr>
              <a:t>Python and R packages are available to users through the normal pip, </a:t>
            </a:r>
            <a:r>
              <a:rPr lang="en-US" sz="2000" err="1">
                <a:latin typeface="Aptos"/>
              </a:rPr>
              <a:t>conda</a:t>
            </a:r>
            <a:r>
              <a:rPr lang="en-US" sz="2000">
                <a:latin typeface="Aptos"/>
              </a:rPr>
              <a:t>, and CRAN library installation methods.</a:t>
            </a:r>
          </a:p>
          <a:p>
            <a:pPr lvl="1"/>
            <a:endParaRPr lang="en-US">
              <a:latin typeface="Aptos"/>
            </a:endParaRPr>
          </a:p>
          <a:p>
            <a:r>
              <a:rPr lang="en-US" sz="2400">
                <a:latin typeface="Aptos"/>
              </a:rPr>
              <a:t>Access to installed software is done using the </a:t>
            </a:r>
            <a:r>
              <a:rPr lang="en-US" sz="2400" b="1" err="1">
                <a:latin typeface="Aptos"/>
              </a:rPr>
              <a:t>lmod</a:t>
            </a:r>
            <a:r>
              <a:rPr lang="en-US" sz="2400">
                <a:latin typeface="Aptos"/>
              </a:rPr>
              <a:t> Module System.</a:t>
            </a:r>
          </a:p>
          <a:p>
            <a:endParaRPr lang="en-US">
              <a:ea typeface="Calibri"/>
              <a:cs typeface="Calibri"/>
            </a:endParaRPr>
          </a:p>
        </p:txBody>
      </p:sp>
    </p:spTree>
    <p:extLst>
      <p:ext uri="{BB962C8B-B14F-4D97-AF65-F5344CB8AC3E}">
        <p14:creationId xmlns:p14="http://schemas.microsoft.com/office/powerpoint/2010/main" val="3858141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rPr>
              <a:t>Modules</a:t>
            </a:r>
          </a:p>
        </p:txBody>
      </p:sp>
      <p:sp>
        <p:nvSpPr>
          <p:cNvPr id="3" name="Content Placeholder 2"/>
          <p:cNvSpPr>
            <a:spLocks noGrp="1"/>
          </p:cNvSpPr>
          <p:nvPr>
            <p:ph sz="quarter" idx="10"/>
          </p:nvPr>
        </p:nvSpPr>
        <p:spPr/>
        <p:txBody>
          <a:bodyPr lIns="91440" tIns="45720" rIns="91440" bIns="45720" anchor="t">
            <a:normAutofit/>
          </a:bodyPr>
          <a:lstStyle/>
          <a:p>
            <a:r>
              <a:rPr lang="en-US" sz="2400">
                <a:latin typeface="Aptos"/>
              </a:rPr>
              <a:t>Any application software that you want to use will need to be loaded with the </a:t>
            </a:r>
            <a:r>
              <a:rPr lang="en-US" sz="2400" b="1">
                <a:solidFill>
                  <a:srgbClr val="0070C0"/>
                </a:solidFill>
                <a:latin typeface="Consolas"/>
              </a:rPr>
              <a:t>module load</a:t>
            </a:r>
            <a:r>
              <a:rPr lang="en-US" sz="2400" b="1">
                <a:solidFill>
                  <a:srgbClr val="0070C0"/>
                </a:solidFill>
                <a:latin typeface="Aptos"/>
              </a:rPr>
              <a:t> </a:t>
            </a:r>
            <a:r>
              <a:rPr lang="en-US" sz="2400">
                <a:latin typeface="Aptos"/>
              </a:rPr>
              <a:t>command.  </a:t>
            </a:r>
          </a:p>
          <a:p>
            <a:endParaRPr lang="en-US" sz="2400">
              <a:latin typeface="Aptos"/>
            </a:endParaRPr>
          </a:p>
          <a:p>
            <a:r>
              <a:rPr lang="en-US" sz="2400">
                <a:latin typeface="Aptos"/>
              </a:rPr>
              <a:t>For example:</a:t>
            </a:r>
          </a:p>
          <a:p>
            <a:pPr lvl="2"/>
            <a:r>
              <a:rPr lang="en-US" sz="2400">
                <a:latin typeface="Consolas" panose="020B0609020204030204" pitchFamily="49" charset="0"/>
                <a:cs typeface="Courier New"/>
              </a:rPr>
              <a:t>module load </a:t>
            </a:r>
            <a:r>
              <a:rPr lang="en-US" sz="2400" err="1">
                <a:latin typeface="Consolas" panose="020B0609020204030204" pitchFamily="49" charset="0"/>
                <a:cs typeface="Courier New"/>
              </a:rPr>
              <a:t>apptainer</a:t>
            </a:r>
            <a:r>
              <a:rPr lang="en-US" sz="2400">
                <a:latin typeface="Consolas" panose="020B0609020204030204" pitchFamily="49" charset="0"/>
                <a:cs typeface="Courier New"/>
              </a:rPr>
              <a:t>/1.3.1</a:t>
            </a:r>
          </a:p>
          <a:p>
            <a:pPr lvl="2"/>
            <a:endParaRPr lang="en-US" sz="2400">
              <a:latin typeface="Aptos"/>
            </a:endParaRPr>
          </a:p>
          <a:p>
            <a:r>
              <a:rPr lang="en-US" sz="2400">
                <a:latin typeface="Aptos"/>
              </a:rPr>
              <a:t>Modules are loaded only in your current shell. For repeated use, you must:</a:t>
            </a:r>
          </a:p>
          <a:p>
            <a:pPr lvl="1"/>
            <a:r>
              <a:rPr lang="en-US">
                <a:latin typeface="Aptos"/>
              </a:rPr>
              <a:t>Load software every time you log out and back in</a:t>
            </a:r>
          </a:p>
          <a:p>
            <a:pPr lvl="1"/>
            <a:r>
              <a:rPr lang="en-US">
                <a:latin typeface="Aptos"/>
              </a:rPr>
              <a:t>Load software e</a:t>
            </a:r>
            <a:r>
              <a:rPr lang="en-US" sz="2400">
                <a:latin typeface="Aptos"/>
              </a:rPr>
              <a:t>very time you run a batch job on a compute node</a:t>
            </a:r>
          </a:p>
        </p:txBody>
      </p:sp>
    </p:spTree>
    <p:extLst>
      <p:ext uri="{BB962C8B-B14F-4D97-AF65-F5344CB8AC3E}">
        <p14:creationId xmlns:p14="http://schemas.microsoft.com/office/powerpoint/2010/main" val="2002016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Modules Basics</a:t>
            </a:r>
          </a:p>
          <a:p>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fontScale="92500"/>
          </a:bodyPr>
          <a:lstStyle/>
          <a:p>
            <a:pPr marL="0" indent="0">
              <a:buNone/>
            </a:pPr>
            <a:r>
              <a:rPr lang="en-US" sz="2400">
                <a:latin typeface="Aptos"/>
              </a:rPr>
              <a:t>Some basic commands to use </a:t>
            </a:r>
            <a:r>
              <a:rPr lang="en-US" sz="2400" err="1">
                <a:latin typeface="Aptos"/>
              </a:rPr>
              <a:t>lmod</a:t>
            </a:r>
            <a:r>
              <a:rPr lang="en-US" sz="2400">
                <a:latin typeface="Aptos"/>
              </a:rPr>
              <a:t>:</a:t>
            </a:r>
            <a:endParaRPr lang="en-US"/>
          </a:p>
          <a:p>
            <a:r>
              <a:rPr lang="en-US" sz="2400">
                <a:solidFill>
                  <a:srgbClr val="0070C0"/>
                </a:solidFill>
                <a:latin typeface="Consolas"/>
              </a:rPr>
              <a:t>module avail</a:t>
            </a:r>
            <a:r>
              <a:rPr lang="en-US" sz="2400">
                <a:latin typeface="Aptos"/>
              </a:rPr>
              <a:t> – lists every module </a:t>
            </a:r>
            <a:r>
              <a:rPr lang="en-US" sz="2400" err="1">
                <a:latin typeface="Aptos"/>
              </a:rPr>
              <a:t>avaiable</a:t>
            </a:r>
            <a:r>
              <a:rPr lang="en-US" sz="2400">
                <a:latin typeface="Aptos"/>
              </a:rPr>
              <a:t> to load</a:t>
            </a:r>
          </a:p>
          <a:p>
            <a:r>
              <a:rPr lang="en-US" sz="2400">
                <a:solidFill>
                  <a:srgbClr val="0070C0"/>
                </a:solidFill>
                <a:latin typeface="Consolas"/>
              </a:rPr>
              <a:t>module key &lt;keyword&gt;</a:t>
            </a:r>
            <a:r>
              <a:rPr lang="en-US" sz="2400">
                <a:solidFill>
                  <a:srgbClr val="0070C0"/>
                </a:solidFill>
                <a:latin typeface="Aptos"/>
              </a:rPr>
              <a:t> </a:t>
            </a:r>
            <a:r>
              <a:rPr lang="en-US" sz="2400">
                <a:latin typeface="Aptos"/>
              </a:rPr>
              <a:t>- searches for modules in a category specified</a:t>
            </a:r>
          </a:p>
          <a:p>
            <a:pPr lvl="2">
              <a:buFont typeface="Wingdings,Sans-Serif"/>
              <a:buChar char="§"/>
            </a:pPr>
            <a:r>
              <a:rPr lang="en-US">
                <a:latin typeface="Aptos"/>
              </a:rPr>
              <a:t>Example: </a:t>
            </a:r>
            <a:r>
              <a:rPr lang="en-US">
                <a:latin typeface="Consolas"/>
              </a:rPr>
              <a:t>module key bio</a:t>
            </a:r>
          </a:p>
          <a:p>
            <a:r>
              <a:rPr lang="en-US" sz="2400">
                <a:solidFill>
                  <a:srgbClr val="0070C0"/>
                </a:solidFill>
                <a:latin typeface="Consolas"/>
              </a:rPr>
              <a:t>module spider &lt;module-name&gt;</a:t>
            </a:r>
            <a:r>
              <a:rPr lang="en-US" sz="2400">
                <a:latin typeface="Aptos"/>
              </a:rPr>
              <a:t> - prints information about the software including different offered versions</a:t>
            </a:r>
          </a:p>
          <a:p>
            <a:r>
              <a:rPr lang="en-US" sz="2400">
                <a:solidFill>
                  <a:srgbClr val="0070C0"/>
                </a:solidFill>
                <a:latin typeface="Consolas"/>
              </a:rPr>
              <a:t>module load &lt;module-name&gt;</a:t>
            </a:r>
            <a:r>
              <a:rPr lang="en-US" sz="2400">
                <a:latin typeface="Aptos"/>
              </a:rPr>
              <a:t> - load the desired software</a:t>
            </a:r>
          </a:p>
          <a:p>
            <a:pPr lvl="1"/>
            <a:r>
              <a:rPr lang="en-US">
                <a:latin typeface="Aptos"/>
              </a:rPr>
              <a:t>Use </a:t>
            </a:r>
            <a:r>
              <a:rPr lang="en-US">
                <a:latin typeface="Consolas"/>
              </a:rPr>
              <a:t>module load &lt;module-name/</a:t>
            </a:r>
            <a:r>
              <a:rPr lang="en-US" err="1">
                <a:latin typeface="Consolas"/>
              </a:rPr>
              <a:t>ver</a:t>
            </a:r>
            <a:r>
              <a:rPr lang="en-US">
                <a:latin typeface="Consolas"/>
              </a:rPr>
              <a:t>-number&gt;</a:t>
            </a:r>
            <a:r>
              <a:rPr lang="en-US">
                <a:latin typeface="Aptos"/>
              </a:rPr>
              <a:t> to load a specific version</a:t>
            </a:r>
          </a:p>
          <a:p>
            <a:r>
              <a:rPr lang="en-US" sz="2400">
                <a:solidFill>
                  <a:srgbClr val="0070C0"/>
                </a:solidFill>
                <a:latin typeface="Consolas"/>
              </a:rPr>
              <a:t>module unload &lt;module-name&gt;</a:t>
            </a:r>
            <a:r>
              <a:rPr lang="en-US" sz="2400">
                <a:latin typeface="Aptos"/>
              </a:rPr>
              <a:t> – unloads the desired software</a:t>
            </a:r>
          </a:p>
          <a:p>
            <a:r>
              <a:rPr lang="en-US" sz="2400">
                <a:solidFill>
                  <a:srgbClr val="0070C0"/>
                </a:solidFill>
                <a:latin typeface="Consolas"/>
              </a:rPr>
              <a:t>module list</a:t>
            </a:r>
            <a:r>
              <a:rPr lang="en-US" sz="2400">
                <a:solidFill>
                  <a:srgbClr val="0070C0"/>
                </a:solidFill>
                <a:latin typeface="Aptos"/>
              </a:rPr>
              <a:t> </a:t>
            </a:r>
            <a:r>
              <a:rPr lang="en-US" sz="2400">
                <a:latin typeface="Aptos"/>
              </a:rPr>
              <a:t>– prints all currently loaded modules</a:t>
            </a:r>
          </a:p>
          <a:p>
            <a:r>
              <a:rPr lang="en-US" sz="2400">
                <a:solidFill>
                  <a:srgbClr val="0070C0"/>
                </a:solidFill>
                <a:latin typeface="Consolas"/>
              </a:rPr>
              <a:t>module purge</a:t>
            </a:r>
            <a:r>
              <a:rPr lang="en-US" sz="2400">
                <a:latin typeface="Aptos"/>
              </a:rPr>
              <a:t> – unloads all modules</a:t>
            </a:r>
          </a:p>
          <a:p>
            <a:pPr lvl="1"/>
            <a:endParaRPr lang="en-US" sz="2000">
              <a:latin typeface="Aptos"/>
            </a:endParaRPr>
          </a:p>
          <a:p>
            <a:endParaRPr lang="en-US">
              <a:ea typeface="Calibri"/>
              <a:cs typeface="Calibri"/>
            </a:endParaRPr>
          </a:p>
        </p:txBody>
      </p:sp>
    </p:spTree>
    <p:extLst>
      <p:ext uri="{BB962C8B-B14F-4D97-AF65-F5344CB8AC3E}">
        <p14:creationId xmlns:p14="http://schemas.microsoft.com/office/powerpoint/2010/main" val="229108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2D42-C3C7-4C22-C3DB-6C7772A2B15E}"/>
              </a:ext>
            </a:extLst>
          </p:cNvPr>
          <p:cNvSpPr>
            <a:spLocks noGrp="1"/>
          </p:cNvSpPr>
          <p:nvPr>
            <p:ph type="title"/>
          </p:nvPr>
        </p:nvSpPr>
        <p:spPr/>
        <p:txBody>
          <a:bodyPr/>
          <a:lstStyle/>
          <a:p>
            <a:r>
              <a:rPr lang="en-US">
                <a:latin typeface="Aptos Display" panose="020B0004020202020204" pitchFamily="34" charset="0"/>
              </a:rPr>
              <a:t>Python &amp; R packages</a:t>
            </a:r>
            <a:endParaRPr lang="en-US"/>
          </a:p>
        </p:txBody>
      </p:sp>
      <p:sp>
        <p:nvSpPr>
          <p:cNvPr id="3" name="Content Placeholder 2">
            <a:extLst>
              <a:ext uri="{FF2B5EF4-FFF2-40B4-BE49-F238E27FC236}">
                <a16:creationId xmlns:a16="http://schemas.microsoft.com/office/drawing/2014/main" id="{F948E8BE-5E56-FDF4-25FA-50BABC1010BE}"/>
              </a:ext>
            </a:extLst>
          </p:cNvPr>
          <p:cNvSpPr>
            <a:spLocks noGrp="1"/>
          </p:cNvSpPr>
          <p:nvPr>
            <p:ph sz="quarter" idx="10"/>
          </p:nvPr>
        </p:nvSpPr>
        <p:spPr/>
        <p:txBody>
          <a:bodyPr lIns="91440" tIns="45720" rIns="91440" bIns="45720" anchor="t"/>
          <a:lstStyle/>
          <a:p>
            <a:r>
              <a:rPr lang="en-US"/>
              <a:t>Since /home is not mounted on compute nodes, locally installed Python and R packages must be staged on /standard instead.</a:t>
            </a:r>
          </a:p>
          <a:p>
            <a:pPr lvl="1"/>
            <a:r>
              <a:rPr lang="en-US"/>
              <a:t>Both languages, by default, install to a folder in /home. Configuration changes are necessary to use Python and R in your compute jobs on Rio.</a:t>
            </a:r>
            <a:endParaRPr lang="en-US">
              <a:ea typeface="Calibri"/>
              <a:cs typeface="Calibri"/>
            </a:endParaRPr>
          </a:p>
          <a:p>
            <a:r>
              <a:rPr lang="en-US"/>
              <a:t>Instructions for each are posted on our website:</a:t>
            </a:r>
            <a:endParaRPr lang="en-US">
              <a:ea typeface="Calibri"/>
              <a:cs typeface="Calibri"/>
            </a:endParaRPr>
          </a:p>
          <a:p>
            <a:pPr lvl="1"/>
            <a:r>
              <a:rPr lang="en-US">
                <a:hlinkClick r:id="rId2"/>
              </a:rPr>
              <a:t>Conda environments</a:t>
            </a:r>
            <a:endParaRPr lang="en-US"/>
          </a:p>
          <a:p>
            <a:pPr lvl="1"/>
            <a:r>
              <a:rPr lang="en-US">
                <a:hlinkClick r:id="rId3"/>
              </a:rPr>
              <a:t>R libraries</a:t>
            </a:r>
            <a:endParaRPr lang="en-US"/>
          </a:p>
          <a:p>
            <a:pPr lvl="1"/>
            <a:endParaRPr lang="en-US"/>
          </a:p>
          <a:p>
            <a:r>
              <a:rPr lang="en-US"/>
              <a:t>When using interactive </a:t>
            </a:r>
            <a:r>
              <a:rPr lang="en-US" err="1"/>
              <a:t>JupyterLab</a:t>
            </a:r>
            <a:r>
              <a:rPr lang="en-US"/>
              <a:t> or RStudio, extra setup is not necessary.</a:t>
            </a:r>
            <a:endParaRPr lang="en-US">
              <a:ea typeface="Calibri"/>
              <a:cs typeface="Calibri"/>
            </a:endParaRPr>
          </a:p>
        </p:txBody>
      </p:sp>
    </p:spTree>
    <p:extLst>
      <p:ext uri="{BB962C8B-B14F-4D97-AF65-F5344CB8AC3E}">
        <p14:creationId xmlns:p14="http://schemas.microsoft.com/office/powerpoint/2010/main" val="3851572275"/>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err="1">
                <a:latin typeface="Aptos Display"/>
              </a:rPr>
              <a:t>Slurm</a:t>
            </a:r>
            <a:endParaRPr lang="en-US">
              <a:latin typeface="Aptos Display"/>
            </a:endParaRPr>
          </a:p>
        </p:txBody>
      </p:sp>
      <p:sp>
        <p:nvSpPr>
          <p:cNvPr id="3" name="Content Placeholder 2"/>
          <p:cNvSpPr>
            <a:spLocks noGrp="1"/>
          </p:cNvSpPr>
          <p:nvPr>
            <p:ph sz="quarter" idx="10"/>
          </p:nvPr>
        </p:nvSpPr>
        <p:spPr>
          <a:xfrm>
            <a:off x="1807210" y="1499031"/>
            <a:ext cx="9589369" cy="4824663"/>
          </a:xfrm>
        </p:spPr>
        <p:txBody>
          <a:bodyPr lIns="91440" tIns="45720" rIns="91440" bIns="45720" anchor="t">
            <a:noAutofit/>
          </a:bodyPr>
          <a:lstStyle/>
          <a:p>
            <a:r>
              <a:rPr lang="en-US" sz="2400">
                <a:latin typeface="Aptos"/>
              </a:rPr>
              <a:t>Slurm manages the hardware resources on the cluster (e.g. compute nodes/</a:t>
            </a:r>
            <a:r>
              <a:rPr lang="en-US" sz="2400" err="1">
                <a:latin typeface="Aptos"/>
              </a:rPr>
              <a:t>cpu</a:t>
            </a:r>
            <a:r>
              <a:rPr lang="en-US" sz="2400">
                <a:latin typeface="Aptos"/>
              </a:rPr>
              <a:t> cores, compute memory, etc.).</a:t>
            </a:r>
          </a:p>
          <a:p>
            <a:endParaRPr lang="en-US" sz="2400">
              <a:latin typeface="Aptos"/>
            </a:endParaRPr>
          </a:p>
          <a:p>
            <a:r>
              <a:rPr lang="en-US" sz="2400">
                <a:latin typeface="Aptos"/>
              </a:rPr>
              <a:t>Slurm allows you to request resources within the cluster to run your code.</a:t>
            </a:r>
          </a:p>
          <a:p>
            <a:pPr lvl="1"/>
            <a:r>
              <a:rPr lang="en-US" sz="2000">
                <a:latin typeface="Aptos"/>
              </a:rPr>
              <a:t>It is used for submitting jobs to compute nodes from an access point (Ivy VM).</a:t>
            </a:r>
          </a:p>
          <a:p>
            <a:pPr lvl="1"/>
            <a:r>
              <a:rPr lang="en-US" sz="2000">
                <a:latin typeface="Aptos"/>
              </a:rPr>
              <a:t>Frontends are intended for editing, compiling, and submitting jobs</a:t>
            </a:r>
          </a:p>
          <a:p>
            <a:pPr lvl="1"/>
            <a:r>
              <a:rPr lang="en-US" sz="2000">
                <a:latin typeface="Aptos"/>
              </a:rPr>
              <a:t>Production jobs go to the compute nodes through the resources manager.</a:t>
            </a:r>
          </a:p>
          <a:p>
            <a:endParaRPr lang="en-US" sz="2400">
              <a:latin typeface="Aptos"/>
            </a:endParaRPr>
          </a:p>
          <a:p>
            <a:r>
              <a:rPr lang="en-US" sz="2400">
                <a:latin typeface="Aptos"/>
              </a:rPr>
              <a:t>Slurm has </a:t>
            </a:r>
            <a:r>
              <a:rPr lang="en-US" sz="2400">
                <a:latin typeface="Aptos"/>
                <a:hlinkClick r:id="rId2"/>
              </a:rPr>
              <a:t>documentation</a:t>
            </a:r>
            <a:r>
              <a:rPr lang="en-US" sz="2400">
                <a:latin typeface="Aptos"/>
              </a:rPr>
              <a:t> and we have </a:t>
            </a:r>
            <a:r>
              <a:rPr lang="en-US" sz="2400">
                <a:latin typeface="Aptos"/>
                <a:hlinkClick r:id="rId3"/>
              </a:rPr>
              <a:t>condensed notes </a:t>
            </a:r>
            <a:r>
              <a:rPr lang="en-US" sz="2400">
                <a:latin typeface="Aptos"/>
              </a:rPr>
              <a:t>on our website:         </a:t>
            </a:r>
            <a:endParaRPr lang="en-US" sz="1800">
              <a:latin typeface="Aptos"/>
              <a:ea typeface="Calibri" panose="020F0502020204030204"/>
              <a:cs typeface="Calibri" panose="020F0502020204030204"/>
            </a:endParaRPr>
          </a:p>
          <a:p>
            <a:pPr marL="914400" lvl="2">
              <a:lnSpc>
                <a:spcPct val="170000"/>
              </a:lnSpc>
              <a:buNone/>
            </a:pPr>
            <a:endParaRPr lang="en-US" sz="1000">
              <a:latin typeface="Aptos"/>
              <a:ea typeface="Calibri"/>
              <a:cs typeface="Calibri"/>
            </a:endParaRPr>
          </a:p>
        </p:txBody>
      </p:sp>
    </p:spTree>
    <p:extLst>
      <p:ext uri="{BB962C8B-B14F-4D97-AF65-F5344CB8AC3E}">
        <p14:creationId xmlns:p14="http://schemas.microsoft.com/office/powerpoint/2010/main" val="42109307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rPr>
              <a:t>Partitions (Queues)</a:t>
            </a:r>
          </a:p>
        </p:txBody>
      </p:sp>
      <p:sp>
        <p:nvSpPr>
          <p:cNvPr id="3" name="Content Placeholder 2"/>
          <p:cNvSpPr>
            <a:spLocks noGrp="1"/>
          </p:cNvSpPr>
          <p:nvPr>
            <p:ph sz="quarter" idx="10"/>
          </p:nvPr>
        </p:nvSpPr>
        <p:spPr/>
        <p:txBody>
          <a:bodyPr lIns="91440" tIns="45720" rIns="91440" bIns="45720" anchor="t">
            <a:normAutofit fontScale="92500" lnSpcReduction="10000"/>
          </a:bodyPr>
          <a:lstStyle/>
          <a:p>
            <a:r>
              <a:rPr lang="en-US">
                <a:latin typeface="Aptos"/>
              </a:rPr>
              <a:t>Rio has several partitions (or queues) for job submissions.</a:t>
            </a:r>
          </a:p>
          <a:p>
            <a:endParaRPr lang="en-US">
              <a:latin typeface="Aptos"/>
            </a:endParaRPr>
          </a:p>
          <a:p>
            <a:pPr lvl="2"/>
            <a:r>
              <a:rPr lang="en-US" sz="2400">
                <a:latin typeface="Aptos"/>
              </a:rPr>
              <a:t>You will need to specify a partition when you submit a job.</a:t>
            </a:r>
          </a:p>
          <a:p>
            <a:pPr lvl="2"/>
            <a:endParaRPr lang="en-US" sz="2400">
              <a:latin typeface="Aptos"/>
            </a:endParaRPr>
          </a:p>
          <a:p>
            <a:pPr lvl="2"/>
            <a:r>
              <a:rPr lang="en-US" sz="2400">
                <a:latin typeface="Aptos"/>
              </a:rPr>
              <a:t>To see the partitions that are available to you, type </a:t>
            </a:r>
            <a:r>
              <a:rPr lang="en-US" sz="2400" b="1" err="1">
                <a:solidFill>
                  <a:srgbClr val="0070C0"/>
                </a:solidFill>
                <a:latin typeface="Consolas"/>
                <a:cs typeface="Courier New"/>
              </a:rPr>
              <a:t>qlist</a:t>
            </a:r>
            <a:r>
              <a:rPr lang="en-US" sz="2400">
                <a:latin typeface="Aptos"/>
              </a:rPr>
              <a:t> at the command-line prompt.</a:t>
            </a:r>
          </a:p>
          <a:p>
            <a:pPr lvl="2"/>
            <a:endParaRPr lang="en-US" sz="2400">
              <a:latin typeface="Aptos"/>
            </a:endParaRPr>
          </a:p>
          <a:p>
            <a:pPr lvl="2"/>
            <a:endParaRPr lang="en-US" sz="2400">
              <a:latin typeface="Aptos"/>
            </a:endParaRPr>
          </a:p>
          <a:p>
            <a:pPr lvl="2"/>
            <a:endParaRPr lang="en-US" sz="2400">
              <a:latin typeface="Aptos"/>
            </a:endParaRPr>
          </a:p>
          <a:p>
            <a:pPr lvl="2"/>
            <a:endParaRPr lang="en-US" sz="2400">
              <a:latin typeface="Aptos"/>
            </a:endParaRPr>
          </a:p>
          <a:p>
            <a:pPr lvl="2"/>
            <a:endParaRPr lang="en-US" sz="2400">
              <a:latin typeface="Aptos"/>
            </a:endParaRPr>
          </a:p>
          <a:p>
            <a:pPr lvl="2"/>
            <a:r>
              <a:rPr lang="en-US" sz="2400">
                <a:latin typeface="Aptos"/>
              </a:rPr>
              <a:t>The neo partitions are exclusive to a specific group and are not for general users of Rio.</a:t>
            </a:r>
          </a:p>
          <a:p>
            <a:endParaRPr lang="en-US">
              <a:latin typeface="Aptos"/>
            </a:endParaRPr>
          </a:p>
          <a:p>
            <a:pPr marL="514350" lvl="1" indent="-514350">
              <a:buFont typeface="Calibri Light" panose="020F0302020204030204"/>
              <a:buAutoNum type="arabicPeriod"/>
            </a:pPr>
            <a:endParaRPr lang="en-US" sz="2400">
              <a:latin typeface="Aptos"/>
            </a:endParaRPr>
          </a:p>
          <a:p>
            <a:pPr marL="0" lvl="1" indent="0">
              <a:buNone/>
            </a:pPr>
            <a:endParaRPr lang="en-US" sz="2400">
              <a:latin typeface="Aptos"/>
            </a:endParaRPr>
          </a:p>
          <a:p>
            <a:endParaRPr lang="en-US" sz="2400">
              <a:latin typeface="Aptos"/>
            </a:endParaRPr>
          </a:p>
          <a:p>
            <a:endParaRPr lang="en-US" sz="2400">
              <a:latin typeface="Aptos"/>
            </a:endParaRPr>
          </a:p>
          <a:p>
            <a:pPr marL="0" indent="0">
              <a:buNone/>
            </a:pPr>
            <a:endParaRPr lang="en-US" sz="2400">
              <a:latin typeface="Aptos"/>
            </a:endParaRPr>
          </a:p>
          <a:p>
            <a:endParaRPr lang="en-US" sz="2400">
              <a:latin typeface="Aptos"/>
            </a:endParaRPr>
          </a:p>
          <a:p>
            <a:endParaRPr lang="en-US" sz="2400">
              <a:latin typeface="Aptos"/>
            </a:endParaRPr>
          </a:p>
          <a:p>
            <a:pPr marL="514350" indent="-514350">
              <a:buFont typeface="+mj-lt"/>
              <a:buAutoNum type="arabicPeriod"/>
            </a:pPr>
            <a:endParaRPr lang="en-US" sz="2400">
              <a:latin typeface="Aptos"/>
            </a:endParaRPr>
          </a:p>
        </p:txBody>
      </p:sp>
      <p:pic>
        <p:nvPicPr>
          <p:cNvPr id="5" name="Picture 4" descr="A black and white screen with white lines">
            <a:extLst>
              <a:ext uri="{FF2B5EF4-FFF2-40B4-BE49-F238E27FC236}">
                <a16:creationId xmlns:a16="http://schemas.microsoft.com/office/drawing/2014/main" id="{DECD00AF-704D-0E50-34DB-20AFE27C1CFF}"/>
              </a:ext>
            </a:extLst>
          </p:cNvPr>
          <p:cNvPicPr>
            <a:picLocks noChangeAspect="1"/>
          </p:cNvPicPr>
          <p:nvPr/>
        </p:nvPicPr>
        <p:blipFill>
          <a:blip r:embed="rId2"/>
          <a:srcRect l="-14513" t="-148" r="43750" b="148"/>
          <a:stretch/>
        </p:blipFill>
        <p:spPr>
          <a:xfrm>
            <a:off x="835058" y="4091661"/>
            <a:ext cx="8627401" cy="1372718"/>
          </a:xfrm>
          <a:prstGeom prst="rect">
            <a:avLst/>
          </a:prstGeom>
        </p:spPr>
      </p:pic>
    </p:spTree>
    <p:extLst>
      <p:ext uri="{BB962C8B-B14F-4D97-AF65-F5344CB8AC3E}">
        <p14:creationId xmlns:p14="http://schemas.microsoft.com/office/powerpoint/2010/main" val="2988356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err="1">
                <a:latin typeface="Aptos Display"/>
              </a:rPr>
              <a:t>Slurm</a:t>
            </a:r>
            <a:r>
              <a:rPr lang="en-US">
                <a:latin typeface="Aptos Display"/>
              </a:rPr>
              <a:t> Script Example</a:t>
            </a:r>
          </a:p>
        </p:txBody>
      </p:sp>
      <p:sp>
        <p:nvSpPr>
          <p:cNvPr id="3" name="Content Placeholder 2"/>
          <p:cNvSpPr>
            <a:spLocks noGrp="1"/>
          </p:cNvSpPr>
          <p:nvPr>
            <p:ph sz="quarter" idx="10"/>
          </p:nvPr>
        </p:nvSpPr>
        <p:spPr>
          <a:xfrm>
            <a:off x="899058" y="1326370"/>
            <a:ext cx="10515600" cy="4804607"/>
          </a:xfrm>
        </p:spPr>
        <p:txBody>
          <a:bodyPr lIns="91440" tIns="45720" rIns="91440" bIns="45720" anchor="t">
            <a:normAutofit/>
          </a:bodyPr>
          <a:lstStyle/>
          <a:p>
            <a:pPr marL="414655" indent="-414655"/>
            <a:r>
              <a:rPr lang="en-US">
                <a:latin typeface="Aptos"/>
              </a:rPr>
              <a:t>A </a:t>
            </a:r>
            <a:r>
              <a:rPr lang="en-US" err="1">
                <a:latin typeface="Aptos"/>
              </a:rPr>
              <a:t>Slurm</a:t>
            </a:r>
            <a:r>
              <a:rPr lang="en-US">
                <a:latin typeface="Aptos"/>
              </a:rPr>
              <a:t> script is a bash script with </a:t>
            </a:r>
            <a:r>
              <a:rPr lang="en-US" err="1">
                <a:latin typeface="Aptos"/>
              </a:rPr>
              <a:t>Slurm</a:t>
            </a:r>
            <a:r>
              <a:rPr lang="en-US">
                <a:latin typeface="Aptos"/>
              </a:rPr>
              <a:t> directives (#SBATCH) and command-line instructions for running your program.</a:t>
            </a:r>
          </a:p>
          <a:p>
            <a:pPr marL="414655" indent="-414655"/>
            <a:endParaRPr lang="en-US">
              <a:ea typeface="Calibri" panose="020F0502020204030204"/>
              <a:cs typeface="Calibri" panose="020F0502020204030204"/>
            </a:endParaRPr>
          </a:p>
          <a:p>
            <a:pPr marL="0" indent="0">
              <a:buNone/>
            </a:pPr>
            <a:endParaRPr lang="en-US"/>
          </a:p>
          <a:p>
            <a:pPr marL="414655" indent="-414655"/>
            <a:endParaRPr lang="en-US">
              <a:ea typeface="Calibri" panose="020F0502020204030204"/>
              <a:cs typeface="Calibri" panose="020F0502020204030204"/>
            </a:endParaRPr>
          </a:p>
          <a:p>
            <a:pPr marL="414655" indent="-414655"/>
            <a:endParaRPr lang="en-US">
              <a:ea typeface="Calibri" panose="020F0502020204030204"/>
              <a:cs typeface="Calibri" panose="020F0502020204030204"/>
            </a:endParaRPr>
          </a:p>
          <a:p>
            <a:pPr marL="688975" lvl="1" indent="-414655"/>
            <a:endParaRPr lang="en-US">
              <a:ea typeface="Calibri" panose="020F0502020204030204"/>
              <a:cs typeface="Calibri" panose="020F0502020204030204"/>
            </a:endParaRPr>
          </a:p>
          <a:p>
            <a:pPr marL="688975" lvl="1" indent="-414655"/>
            <a:endParaRPr lang="en-US">
              <a:ea typeface="Calibri" panose="020F0502020204030204"/>
              <a:cs typeface="Calibri" panose="020F0502020204030204"/>
            </a:endParaRPr>
          </a:p>
          <a:p>
            <a:pPr marL="0" indent="0"/>
            <a:endParaRPr lang="en-US"/>
          </a:p>
        </p:txBody>
      </p:sp>
      <p:sp>
        <p:nvSpPr>
          <p:cNvPr id="5" name="Rounded Rectangle 4"/>
          <p:cNvSpPr/>
          <p:nvPr/>
        </p:nvSpPr>
        <p:spPr>
          <a:xfrm>
            <a:off x="1814479" y="2279648"/>
            <a:ext cx="8684757" cy="3851329"/>
          </a:xfrm>
          <a:prstGeom prst="roundRect">
            <a:avLst/>
          </a:prstGeom>
          <a:solidFill>
            <a:schemeClr val="bg1">
              <a:lumMod val="9500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r>
              <a:rPr lang="en-US" sz="1600">
                <a:latin typeface="Courier New"/>
                <a:cs typeface="Courier New"/>
              </a:rPr>
              <a:t>#!/bin/bash</a:t>
            </a:r>
          </a:p>
          <a:p>
            <a:r>
              <a:rPr lang="en-US" sz="1600">
                <a:latin typeface="Courier New"/>
                <a:cs typeface="Courier New"/>
              </a:rPr>
              <a:t>#SBATCH --nodes=1              </a:t>
            </a:r>
            <a:r>
              <a:rPr lang="en-US" sz="1600">
                <a:solidFill>
                  <a:srgbClr val="002060"/>
                </a:solidFill>
                <a:latin typeface="Courier New"/>
                <a:cs typeface="Courier New"/>
              </a:rPr>
              <a:t>#total number of nodes for the job</a:t>
            </a:r>
          </a:p>
          <a:p>
            <a:r>
              <a:rPr lang="en-US" sz="1600">
                <a:latin typeface="Courier New"/>
                <a:cs typeface="Courier New"/>
              </a:rPr>
              <a:t>#SBATCH --</a:t>
            </a:r>
            <a:r>
              <a:rPr lang="en-US" sz="1600" err="1">
                <a:latin typeface="Courier New"/>
                <a:cs typeface="Courier New"/>
              </a:rPr>
              <a:t>cpus</a:t>
            </a:r>
            <a:r>
              <a:rPr lang="en-US" sz="1600">
                <a:latin typeface="Courier New"/>
                <a:cs typeface="Courier New"/>
              </a:rPr>
              <a:t>-per-task=1      </a:t>
            </a:r>
            <a:r>
              <a:rPr lang="en-US" sz="1600">
                <a:solidFill>
                  <a:srgbClr val="002060"/>
                </a:solidFill>
                <a:latin typeface="Courier New"/>
                <a:cs typeface="Courier New"/>
              </a:rPr>
              <a:t>#total number of cores for the job</a:t>
            </a:r>
            <a:endParaRPr lang="en-US" sz="1600">
              <a:latin typeface="Courier New"/>
              <a:cs typeface="Courier New"/>
            </a:endParaRPr>
          </a:p>
          <a:p>
            <a:r>
              <a:rPr lang="en-US" sz="1600">
                <a:latin typeface="Courier New"/>
                <a:cs typeface="Courier New"/>
              </a:rPr>
              <a:t>#SBATCH --time=1-12:00:00      </a:t>
            </a:r>
            <a:r>
              <a:rPr lang="en-US" sz="1600">
                <a:solidFill>
                  <a:srgbClr val="002060"/>
                </a:solidFill>
                <a:latin typeface="Courier New"/>
                <a:cs typeface="Courier New"/>
              </a:rPr>
              <a:t>#amount of time for the whole job</a:t>
            </a:r>
            <a:endParaRPr lang="en-US" sz="1600">
              <a:latin typeface="Courier New"/>
              <a:cs typeface="Courier New"/>
            </a:endParaRPr>
          </a:p>
          <a:p>
            <a:r>
              <a:rPr lang="en-US" sz="1600">
                <a:latin typeface="Courier New"/>
                <a:cs typeface="Courier New"/>
              </a:rPr>
              <a:t>#SBATCH --partition=standard   </a:t>
            </a:r>
            <a:r>
              <a:rPr lang="en-US" sz="1600">
                <a:solidFill>
                  <a:srgbClr val="002060"/>
                </a:solidFill>
                <a:latin typeface="Courier New"/>
                <a:cs typeface="Courier New"/>
              </a:rPr>
              <a:t>#the queue/partition to run on</a:t>
            </a:r>
            <a:endParaRPr lang="en-US" sz="1600">
              <a:latin typeface="Courier New"/>
              <a:cs typeface="Courier New"/>
            </a:endParaRPr>
          </a:p>
          <a:p>
            <a:r>
              <a:rPr lang="en-US" sz="1600">
                <a:latin typeface="Courier New"/>
                <a:cs typeface="Courier New"/>
              </a:rPr>
              <a:t>#SBATCH --account=ivy-hip-name </a:t>
            </a:r>
            <a:r>
              <a:rPr lang="en-US" sz="1600">
                <a:solidFill>
                  <a:srgbClr val="002060"/>
                </a:solidFill>
                <a:latin typeface="Courier New"/>
                <a:cs typeface="Courier New"/>
              </a:rPr>
              <a:t>#name of your Ivy group</a:t>
            </a:r>
          </a:p>
          <a:p>
            <a:endParaRPr lang="en-US" sz="1600">
              <a:solidFill>
                <a:srgbClr val="002060"/>
              </a:solidFill>
              <a:latin typeface="Courier New" panose="02070309020205020404" pitchFamily="49" charset="0"/>
              <a:cs typeface="Courier New" panose="02070309020205020404" pitchFamily="49" charset="0"/>
            </a:endParaRPr>
          </a:p>
          <a:p>
            <a:endParaRPr lang="en-US" sz="1600">
              <a:solidFill>
                <a:srgbClr val="002060"/>
              </a:solidFill>
              <a:latin typeface="Courier New" panose="02070309020205020404" pitchFamily="49" charset="0"/>
              <a:cs typeface="Courier New" panose="02070309020205020404" pitchFamily="49" charset="0"/>
            </a:endParaRPr>
          </a:p>
          <a:p>
            <a:r>
              <a:rPr lang="en-US" sz="1600">
                <a:solidFill>
                  <a:srgbClr val="C00000"/>
                </a:solidFill>
                <a:latin typeface="Courier New"/>
                <a:cs typeface="Courier New"/>
              </a:rPr>
              <a:t>module purge</a:t>
            </a:r>
          </a:p>
          <a:p>
            <a:r>
              <a:rPr lang="en-US" sz="1600">
                <a:solidFill>
                  <a:srgbClr val="C00000"/>
                </a:solidFill>
                <a:latin typeface="Courier New"/>
                <a:cs typeface="Courier New"/>
              </a:rPr>
              <a:t>module load </a:t>
            </a:r>
            <a:r>
              <a:rPr lang="en-US" sz="1600" err="1">
                <a:solidFill>
                  <a:srgbClr val="C00000"/>
                </a:solidFill>
                <a:latin typeface="Courier New"/>
                <a:cs typeface="Courier New"/>
              </a:rPr>
              <a:t>goolf</a:t>
            </a:r>
            <a:r>
              <a:rPr lang="en-US" sz="1600">
                <a:solidFill>
                  <a:srgbClr val="C00000"/>
                </a:solidFill>
                <a:latin typeface="Courier New"/>
                <a:cs typeface="Courier New"/>
              </a:rPr>
              <a:t> R  </a:t>
            </a:r>
            <a:r>
              <a:rPr lang="en-US" sz="1600">
                <a:solidFill>
                  <a:srgbClr val="002060"/>
                </a:solidFill>
                <a:latin typeface="Courier New"/>
                <a:cs typeface="Courier New"/>
              </a:rPr>
              <a:t>#load modules that my job needs</a:t>
            </a:r>
          </a:p>
          <a:p>
            <a:r>
              <a:rPr lang="en-US" sz="1600" err="1">
                <a:solidFill>
                  <a:srgbClr val="C00000"/>
                </a:solidFill>
                <a:latin typeface="Courier New"/>
                <a:cs typeface="Courier New"/>
              </a:rPr>
              <a:t>Rscript</a:t>
            </a:r>
            <a:r>
              <a:rPr lang="en-US" sz="1600">
                <a:solidFill>
                  <a:srgbClr val="C00000"/>
                </a:solidFill>
                <a:latin typeface="Courier New"/>
                <a:cs typeface="Courier New"/>
              </a:rPr>
              <a:t> </a:t>
            </a:r>
            <a:r>
              <a:rPr lang="en-US" sz="1600" err="1">
                <a:solidFill>
                  <a:srgbClr val="C00000"/>
                </a:solidFill>
                <a:latin typeface="Courier New"/>
                <a:cs typeface="Courier New"/>
              </a:rPr>
              <a:t>myProg.R</a:t>
            </a:r>
            <a:r>
              <a:rPr lang="en-US" sz="1600">
                <a:solidFill>
                  <a:srgbClr val="C00000"/>
                </a:solidFill>
                <a:latin typeface="Courier New"/>
                <a:cs typeface="Courier New"/>
              </a:rPr>
              <a:t>     </a:t>
            </a:r>
            <a:r>
              <a:rPr lang="en-US" sz="1600">
                <a:solidFill>
                  <a:srgbClr val="002060"/>
                </a:solidFill>
                <a:latin typeface="Courier New"/>
                <a:cs typeface="Courier New"/>
              </a:rPr>
              <a:t>#command-line execution of my job</a:t>
            </a:r>
          </a:p>
        </p:txBody>
      </p:sp>
    </p:spTree>
    <p:extLst>
      <p:ext uri="{BB962C8B-B14F-4D97-AF65-F5344CB8AC3E}">
        <p14:creationId xmlns:p14="http://schemas.microsoft.com/office/powerpoint/2010/main" val="1085468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rPr>
              <a:t>Submitting a </a:t>
            </a:r>
            <a:r>
              <a:rPr lang="en-US" err="1">
                <a:latin typeface="Aptos Display"/>
              </a:rPr>
              <a:t>Slurm</a:t>
            </a:r>
            <a:r>
              <a:rPr lang="en-US">
                <a:latin typeface="Aptos Display"/>
              </a:rPr>
              <a:t> Job</a:t>
            </a:r>
          </a:p>
        </p:txBody>
      </p:sp>
      <p:sp>
        <p:nvSpPr>
          <p:cNvPr id="3" name="Content Placeholder 2"/>
          <p:cNvSpPr>
            <a:spLocks noGrp="1"/>
          </p:cNvSpPr>
          <p:nvPr>
            <p:ph sz="quarter" idx="10"/>
          </p:nvPr>
        </p:nvSpPr>
        <p:spPr/>
        <p:txBody>
          <a:bodyPr lIns="91440" tIns="45720" rIns="91440" bIns="45720" anchor="t"/>
          <a:lstStyle/>
          <a:p>
            <a:r>
              <a:rPr lang="en-US">
                <a:latin typeface="Aptos"/>
              </a:rPr>
              <a:t>To submit the </a:t>
            </a:r>
            <a:r>
              <a:rPr lang="en-US" err="1">
                <a:latin typeface="Aptos"/>
              </a:rPr>
              <a:t>Slurm</a:t>
            </a:r>
            <a:r>
              <a:rPr lang="en-US">
                <a:latin typeface="Aptos"/>
              </a:rPr>
              <a:t> command file to the queue, use the </a:t>
            </a:r>
            <a:r>
              <a:rPr lang="en-US" b="1" err="1">
                <a:solidFill>
                  <a:srgbClr val="0070C0"/>
                </a:solidFill>
                <a:latin typeface="Consolas"/>
                <a:cs typeface="Courier New"/>
              </a:rPr>
              <a:t>sbatch</a:t>
            </a:r>
            <a:r>
              <a:rPr lang="en-US">
                <a:latin typeface="Aptos"/>
              </a:rPr>
              <a:t> command at the command line prompt.</a:t>
            </a:r>
          </a:p>
          <a:p>
            <a:pPr lvl="1"/>
            <a:r>
              <a:rPr lang="en-US">
                <a:latin typeface="Aptos"/>
              </a:rPr>
              <a:t>/home only exists on VM. Compute nodes do not have access to /home.</a:t>
            </a:r>
          </a:p>
          <a:p>
            <a:pPr lvl="1"/>
            <a:r>
              <a:rPr lang="en-US">
                <a:latin typeface="Aptos"/>
              </a:rPr>
              <a:t>Job submission needs to be done from /standard/storage/</a:t>
            </a:r>
          </a:p>
          <a:p>
            <a:pPr lvl="1"/>
            <a:r>
              <a:rPr lang="en-US">
                <a:latin typeface="Aptos"/>
                <a:ea typeface="+mn-lt"/>
                <a:cs typeface="+mn-lt"/>
              </a:rPr>
              <a:t>Recommended to include the complete file paths in the script </a:t>
            </a:r>
          </a:p>
          <a:p>
            <a:r>
              <a:rPr lang="en-US">
                <a:latin typeface="Aptos"/>
              </a:rPr>
              <a:t>For example, if the script on the previous slide is in a file named </a:t>
            </a:r>
            <a:r>
              <a:rPr lang="en-US" err="1">
                <a:latin typeface="Aptos"/>
              </a:rPr>
              <a:t>job_script.slurm</a:t>
            </a:r>
            <a:r>
              <a:rPr lang="en-US">
                <a:latin typeface="Aptos"/>
              </a:rPr>
              <a:t>, we can submit it as follows:</a:t>
            </a:r>
            <a:br>
              <a:rPr lang="en-US"/>
            </a:br>
            <a:endParaRPr lang="en-US"/>
          </a:p>
        </p:txBody>
      </p:sp>
      <p:sp>
        <p:nvSpPr>
          <p:cNvPr id="4" name="TextBox 3"/>
          <p:cNvSpPr txBox="1"/>
          <p:nvPr/>
        </p:nvSpPr>
        <p:spPr>
          <a:xfrm>
            <a:off x="2324100" y="4867962"/>
            <a:ext cx="6705600" cy="1200329"/>
          </a:xfrm>
          <a:prstGeom prst="rect">
            <a:avLst/>
          </a:prstGeom>
          <a:solidFill>
            <a:srgbClr val="FFFFCC"/>
          </a:solidFill>
          <a:ln>
            <a:solidFill>
              <a:srgbClr val="485A82"/>
            </a:solidFill>
          </a:ln>
        </p:spPr>
        <p:txBody>
          <a:bodyPr wrap="square" lIns="91440" tIns="45720" rIns="91440" bIns="45720" rtlCol="0" anchor="t">
            <a:spAutoFit/>
          </a:bodyPr>
          <a:lstStyle/>
          <a:p>
            <a:endParaRPr lang="en-US" sz="1600">
              <a:latin typeface="Courier New" panose="02070309020205020404" pitchFamily="49" charset="0"/>
              <a:cs typeface="Courier New" panose="02070309020205020404" pitchFamily="49" charset="0"/>
            </a:endParaRPr>
          </a:p>
          <a:p>
            <a:r>
              <a:rPr lang="en-US" sz="2000">
                <a:ea typeface="+mn-lt"/>
                <a:cs typeface="+mn-lt"/>
              </a:rPr>
              <a:t>[jus2yw@ivy-tst-rc-1 ivy-</a:t>
            </a:r>
            <a:r>
              <a:rPr lang="en-US" sz="2000" err="1">
                <a:ea typeface="+mn-lt"/>
                <a:cs typeface="+mn-lt"/>
              </a:rPr>
              <a:t>tst</a:t>
            </a:r>
            <a:r>
              <a:rPr lang="en-US" sz="2000">
                <a:ea typeface="+mn-lt"/>
                <a:cs typeface="+mn-lt"/>
              </a:rPr>
              <a:t>-</a:t>
            </a:r>
            <a:r>
              <a:rPr lang="en-US" sz="2000" err="1">
                <a:ea typeface="+mn-lt"/>
                <a:cs typeface="+mn-lt"/>
              </a:rPr>
              <a:t>rc</a:t>
            </a:r>
            <a:r>
              <a:rPr lang="en-US" sz="2000">
                <a:ea typeface="+mn-lt"/>
                <a:cs typeface="+mn-lt"/>
              </a:rPr>
              <a:t>]$</a:t>
            </a:r>
            <a:r>
              <a:rPr lang="en-US" sz="2000">
                <a:latin typeface="Calibri"/>
                <a:ea typeface="Calibri"/>
                <a:cs typeface="Courier New"/>
              </a:rPr>
              <a:t> </a:t>
            </a:r>
            <a:r>
              <a:rPr lang="en-US" sz="2000" err="1">
                <a:latin typeface="Calibri"/>
                <a:ea typeface="Calibri"/>
                <a:cs typeface="Courier New"/>
              </a:rPr>
              <a:t>sbatch</a:t>
            </a:r>
            <a:r>
              <a:rPr lang="en-US" sz="2000">
                <a:latin typeface="Calibri"/>
                <a:ea typeface="Calibri"/>
                <a:cs typeface="Courier New"/>
              </a:rPr>
              <a:t> </a:t>
            </a:r>
            <a:r>
              <a:rPr lang="en-US" sz="2000" err="1">
                <a:latin typeface="Calibri"/>
                <a:ea typeface="Calibri"/>
                <a:cs typeface="Courier New"/>
              </a:rPr>
              <a:t>job_script.slurm</a:t>
            </a:r>
            <a:endParaRPr lang="en-US" sz="2000">
              <a:latin typeface="Calibri"/>
              <a:ea typeface="Calibri"/>
              <a:cs typeface="Courier New"/>
            </a:endParaRPr>
          </a:p>
          <a:p>
            <a:r>
              <a:rPr lang="en-US" sz="2000">
                <a:latin typeface="Calibri"/>
                <a:ea typeface="Calibri"/>
                <a:cs typeface="Courier New"/>
              </a:rPr>
              <a:t>Submitted batch job 18316</a:t>
            </a:r>
          </a:p>
          <a:p>
            <a:endParaRPr lang="en-US" sz="16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645750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rPr>
              <a:t>Submitting an Interactive </a:t>
            </a:r>
            <a:r>
              <a:rPr lang="en-US" err="1">
                <a:latin typeface="Aptos Display"/>
              </a:rPr>
              <a:t>Slurm</a:t>
            </a:r>
            <a:r>
              <a:rPr lang="en-US">
                <a:latin typeface="Aptos Display"/>
              </a:rPr>
              <a:t> Job</a:t>
            </a:r>
          </a:p>
        </p:txBody>
      </p:sp>
      <p:sp>
        <p:nvSpPr>
          <p:cNvPr id="6" name="Content Placeholder 2">
            <a:extLst>
              <a:ext uri="{FF2B5EF4-FFF2-40B4-BE49-F238E27FC236}">
                <a16:creationId xmlns:a16="http://schemas.microsoft.com/office/drawing/2014/main" id="{97EEEC22-E018-DC4D-8F90-411CC969B26E}"/>
              </a:ext>
            </a:extLst>
          </p:cNvPr>
          <p:cNvSpPr>
            <a:spLocks noGrp="1"/>
          </p:cNvSpPr>
          <p:nvPr>
            <p:ph sz="quarter" idx="10"/>
          </p:nvPr>
        </p:nvSpPr>
        <p:spPr>
          <a:xfrm>
            <a:off x="899058" y="1334494"/>
            <a:ext cx="10515600" cy="4549775"/>
          </a:xfrm>
        </p:spPr>
        <p:txBody>
          <a:bodyPr lIns="91440" tIns="45720" rIns="91440" bIns="45720" anchor="t"/>
          <a:lstStyle/>
          <a:p>
            <a:r>
              <a:rPr lang="en-US" sz="2400">
                <a:latin typeface="Aptos"/>
              </a:rPr>
              <a:t>To submit an interactive SLURM job to the queue, use the </a:t>
            </a:r>
            <a:r>
              <a:rPr lang="en-US" sz="2400" b="1" err="1">
                <a:solidFill>
                  <a:srgbClr val="0070C0"/>
                </a:solidFill>
                <a:latin typeface="Consolas"/>
                <a:cs typeface="Courier New"/>
              </a:rPr>
              <a:t>ijob</a:t>
            </a:r>
            <a:r>
              <a:rPr lang="en-US" sz="2400">
                <a:latin typeface="Aptos"/>
              </a:rPr>
              <a:t> command at the command line prompt.</a:t>
            </a:r>
          </a:p>
          <a:p>
            <a:endParaRPr lang="en-US" sz="2400">
              <a:latin typeface="Aptos"/>
            </a:endParaRPr>
          </a:p>
          <a:p>
            <a:r>
              <a:rPr lang="en-US" sz="2400">
                <a:latin typeface="Aptos"/>
              </a:rPr>
              <a:t>For example, if you want to run an interactive application on a compute node in the standard queue using one </a:t>
            </a:r>
            <a:r>
              <a:rPr lang="en-US" sz="2400" err="1">
                <a:latin typeface="Aptos"/>
              </a:rPr>
              <a:t>cpu</a:t>
            </a:r>
            <a:r>
              <a:rPr lang="en-US" sz="2400">
                <a:latin typeface="Aptos"/>
              </a:rPr>
              <a:t>, we can submit it as follows:</a:t>
            </a:r>
            <a:br>
              <a:rPr lang="en-US"/>
            </a:br>
            <a:endParaRPr lang="en-US"/>
          </a:p>
        </p:txBody>
      </p:sp>
      <p:sp>
        <p:nvSpPr>
          <p:cNvPr id="7" name="TextBox 6">
            <a:extLst>
              <a:ext uri="{FF2B5EF4-FFF2-40B4-BE49-F238E27FC236}">
                <a16:creationId xmlns:a16="http://schemas.microsoft.com/office/drawing/2014/main" id="{383BCECE-63B1-AD40-9819-80918C3CBC7B}"/>
              </a:ext>
            </a:extLst>
          </p:cNvPr>
          <p:cNvSpPr txBox="1"/>
          <p:nvPr/>
        </p:nvSpPr>
        <p:spPr>
          <a:xfrm>
            <a:off x="1529292" y="3575945"/>
            <a:ext cx="8283448" cy="2308324"/>
          </a:xfrm>
          <a:prstGeom prst="rect">
            <a:avLst/>
          </a:prstGeom>
          <a:solidFill>
            <a:srgbClr val="FFFFCC"/>
          </a:solidFill>
          <a:ln>
            <a:solidFill>
              <a:srgbClr val="485A82"/>
            </a:solidFill>
          </a:ln>
        </p:spPr>
        <p:txBody>
          <a:bodyPr wrap="square" rtlCol="0">
            <a:spAutoFit/>
          </a:bodyPr>
          <a:lstStyle/>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-bash-4.1$ </a:t>
            </a:r>
            <a:r>
              <a:rPr lang="en-US" sz="1600" err="1">
                <a:latin typeface="Courier New" panose="02070309020205020404" pitchFamily="49" charset="0"/>
                <a:cs typeface="Courier New" panose="02070309020205020404" pitchFamily="49" charset="0"/>
              </a:rPr>
              <a:t>ijob</a:t>
            </a:r>
            <a:r>
              <a:rPr lang="en-US" sz="1600">
                <a:latin typeface="Courier New" panose="02070309020205020404" pitchFamily="49" charset="0"/>
                <a:cs typeface="Courier New" panose="02070309020205020404" pitchFamily="49" charset="0"/>
              </a:rPr>
              <a:t> –c 1 –p standard –A ivy-hip-name -t 06:00:00</a:t>
            </a:r>
          </a:p>
          <a:p>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salloc</a:t>
            </a:r>
            <a:r>
              <a:rPr lang="en-US" sz="1600">
                <a:latin typeface="Courier New" panose="02070309020205020404" pitchFamily="49" charset="0"/>
                <a:cs typeface="Courier New" panose="02070309020205020404" pitchFamily="49" charset="0"/>
              </a:rPr>
              <a:t>: Pending job allocation 21640112</a:t>
            </a:r>
          </a:p>
          <a:p>
            <a:r>
              <a:rPr lang="en-US" sz="1600" err="1">
                <a:latin typeface="Courier New" panose="02070309020205020404" pitchFamily="49" charset="0"/>
                <a:cs typeface="Courier New" panose="02070309020205020404" pitchFamily="49" charset="0"/>
              </a:rPr>
              <a:t>salloc</a:t>
            </a:r>
            <a:r>
              <a:rPr lang="en-US" sz="1600">
                <a:latin typeface="Courier New" panose="02070309020205020404" pitchFamily="49" charset="0"/>
                <a:cs typeface="Courier New" panose="02070309020205020404" pitchFamily="49" charset="0"/>
              </a:rPr>
              <a:t>: job 21640112 queued and waiting for resources</a:t>
            </a:r>
          </a:p>
          <a:p>
            <a:r>
              <a:rPr lang="en-US" sz="1600" err="1">
                <a:latin typeface="Courier New" panose="02070309020205020404" pitchFamily="49" charset="0"/>
                <a:cs typeface="Courier New" panose="02070309020205020404" pitchFamily="49" charset="0"/>
              </a:rPr>
              <a:t>salloc</a:t>
            </a:r>
            <a:r>
              <a:rPr lang="en-US" sz="1600">
                <a:latin typeface="Courier New" panose="02070309020205020404" pitchFamily="49" charset="0"/>
                <a:cs typeface="Courier New" panose="02070309020205020404" pitchFamily="49" charset="0"/>
              </a:rPr>
              <a:t>: job 21640112 has been allocated resources</a:t>
            </a:r>
          </a:p>
          <a:p>
            <a:r>
              <a:rPr lang="en-US" sz="1600" err="1">
                <a:latin typeface="Courier New" panose="02070309020205020404" pitchFamily="49" charset="0"/>
                <a:cs typeface="Courier New" panose="02070309020205020404" pitchFamily="49" charset="0"/>
              </a:rPr>
              <a:t>salloc</a:t>
            </a:r>
            <a:r>
              <a:rPr lang="en-US" sz="1600">
                <a:latin typeface="Courier New" panose="02070309020205020404" pitchFamily="49" charset="0"/>
                <a:cs typeface="Courier New" panose="02070309020205020404" pitchFamily="49" charset="0"/>
              </a:rPr>
              <a:t>: Granted job allocation 21640112</a:t>
            </a:r>
          </a:p>
          <a:p>
            <a:r>
              <a:rPr lang="en-US" sz="1600" err="1">
                <a:latin typeface="Courier New" panose="02070309020205020404" pitchFamily="49" charset="0"/>
                <a:cs typeface="Courier New" panose="02070309020205020404" pitchFamily="49" charset="0"/>
              </a:rPr>
              <a:t>srun</a:t>
            </a:r>
            <a:r>
              <a:rPr lang="en-US" sz="1600">
                <a:latin typeface="Courier New" panose="02070309020205020404" pitchFamily="49" charset="0"/>
                <a:cs typeface="Courier New" panose="02070309020205020404" pitchFamily="49" charset="0"/>
              </a:rPr>
              <a:t>: Step created for job 21640112</a:t>
            </a:r>
          </a:p>
          <a:p>
            <a:r>
              <a:rPr lang="en-US" sz="1600">
                <a:latin typeface="Courier New" panose="02070309020205020404" pitchFamily="49" charset="0"/>
                <a:cs typeface="Courier New" panose="02070309020205020404" pitchFamily="49" charset="0"/>
              </a:rPr>
              <a:t>udc-aw34-21c0-teh1m$</a:t>
            </a:r>
          </a:p>
          <a:p>
            <a:endParaRPr lang="en-US" sz="16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55054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rPr>
              <a:t>Checking Queued Jobs</a:t>
            </a:r>
          </a:p>
        </p:txBody>
      </p:sp>
      <p:sp>
        <p:nvSpPr>
          <p:cNvPr id="4" name="TextBox 3"/>
          <p:cNvSpPr txBox="1"/>
          <p:nvPr/>
        </p:nvSpPr>
        <p:spPr>
          <a:xfrm>
            <a:off x="1414098" y="3595802"/>
            <a:ext cx="9046891" cy="1785104"/>
          </a:xfrm>
          <a:prstGeom prst="rect">
            <a:avLst/>
          </a:prstGeom>
          <a:solidFill>
            <a:srgbClr val="FFFFCC"/>
          </a:solidFill>
          <a:ln>
            <a:solidFill>
              <a:srgbClr val="485A82"/>
            </a:solidFill>
          </a:ln>
        </p:spPr>
        <p:txBody>
          <a:bodyPr wrap="square" rtlCol="0">
            <a:spAutoFit/>
          </a:bodyPr>
          <a:lstStyle/>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-bash-4.2$ </a:t>
            </a:r>
            <a:r>
              <a:rPr lang="en-US" sz="1600" err="1">
                <a:latin typeface="Courier New" panose="02070309020205020404" pitchFamily="49" charset="0"/>
                <a:cs typeface="Courier New" panose="02070309020205020404" pitchFamily="49" charset="0"/>
              </a:rPr>
              <a:t>squeue</a:t>
            </a:r>
            <a:r>
              <a:rPr lang="en-US" sz="1600">
                <a:latin typeface="Courier New" panose="02070309020205020404" pitchFamily="49" charset="0"/>
                <a:cs typeface="Courier New" panose="02070309020205020404" pitchFamily="49" charset="0"/>
              </a:rPr>
              <a:t> –u mst3k</a:t>
            </a:r>
          </a:p>
          <a:p>
            <a:r>
              <a:rPr lang="en-US" sz="1600">
                <a:latin typeface="Courier New" panose="02070309020205020404" pitchFamily="49" charset="0"/>
                <a:cs typeface="Courier New" panose="02070309020205020404" pitchFamily="49" charset="0"/>
              </a:rPr>
              <a:t> </a:t>
            </a:r>
          </a:p>
          <a:p>
            <a:r>
              <a:rPr lang="en-US" sz="1600">
                <a:latin typeface="Courier New" panose="02070309020205020404" pitchFamily="49" charset="0"/>
                <a:cs typeface="Courier New" panose="02070309020205020404" pitchFamily="49" charset="0"/>
              </a:rPr>
              <a:t>JOBID   PARTITION   NAME     USER   ST   TIME   NODES  NODELIST(REASON)</a:t>
            </a:r>
          </a:p>
          <a:p>
            <a:pPr marL="342900" indent="-342900">
              <a:buAutoNum type="arabicPlain" startAt="18316"/>
            </a:pPr>
            <a:r>
              <a:rPr lang="en-US" sz="1600">
                <a:latin typeface="Courier New" panose="02070309020205020404" pitchFamily="49" charset="0"/>
                <a:cs typeface="Courier New" panose="02070309020205020404" pitchFamily="49" charset="0"/>
              </a:rPr>
              <a:t>   standard    </a:t>
            </a:r>
            <a:r>
              <a:rPr lang="en-US" sz="1600" err="1">
                <a:latin typeface="Courier New" panose="02070309020205020404" pitchFamily="49" charset="0"/>
                <a:cs typeface="Courier New" panose="02070309020205020404" pitchFamily="49" charset="0"/>
              </a:rPr>
              <a:t>job_sci</a:t>
            </a:r>
            <a:r>
              <a:rPr lang="en-US" sz="1600">
                <a:latin typeface="Courier New" panose="02070309020205020404" pitchFamily="49" charset="0"/>
                <a:cs typeface="Courier New" panose="02070309020205020404" pitchFamily="49" charset="0"/>
              </a:rPr>
              <a:t>  mst3k  R    1:45    1     udc-aw38-34-l</a:t>
            </a:r>
          </a:p>
          <a:p>
            <a:pPr marL="342900" indent="-342900">
              <a:buAutoNum type="arabicPlain" startAt="18316"/>
            </a:pPr>
            <a:endParaRPr lang="en-US" sz="1400">
              <a:latin typeface="Courier New" panose="02070309020205020404" pitchFamily="49" charset="0"/>
              <a:cs typeface="Courier New" panose="02070309020205020404" pitchFamily="49" charset="0"/>
            </a:endParaRPr>
          </a:p>
          <a:p>
            <a:endParaRPr lang="en-US" sz="1600">
              <a:latin typeface="Courier New" panose="02070309020205020404" pitchFamily="49" charset="0"/>
              <a:cs typeface="Courier New" panose="02070309020205020404" pitchFamily="49" charset="0"/>
            </a:endParaRPr>
          </a:p>
        </p:txBody>
      </p:sp>
      <p:sp>
        <p:nvSpPr>
          <p:cNvPr id="7" name="Content Placeholder 6">
            <a:extLst>
              <a:ext uri="{FF2B5EF4-FFF2-40B4-BE49-F238E27FC236}">
                <a16:creationId xmlns:a16="http://schemas.microsoft.com/office/drawing/2014/main" id="{69E8EB34-FE7E-ED78-742E-41C5B3A18CA8}"/>
              </a:ext>
            </a:extLst>
          </p:cNvPr>
          <p:cNvSpPr>
            <a:spLocks noGrp="1"/>
          </p:cNvSpPr>
          <p:nvPr>
            <p:ph sz="quarter" idx="10"/>
          </p:nvPr>
        </p:nvSpPr>
        <p:spPr>
          <a:xfrm>
            <a:off x="845457" y="1851026"/>
            <a:ext cx="10947399" cy="3951061"/>
          </a:xfrm>
        </p:spPr>
        <p:txBody>
          <a:bodyPr lIns="91440" tIns="45720" rIns="91440" bIns="45720" anchor="t"/>
          <a:lstStyle/>
          <a:p>
            <a:r>
              <a:rPr lang="en-US" sz="2400">
                <a:latin typeface="Aptos"/>
              </a:rPr>
              <a:t>To display the status of only your </a:t>
            </a:r>
            <a:r>
              <a:rPr lang="en-US" sz="2400" b="1" i="1">
                <a:latin typeface="Aptos"/>
              </a:rPr>
              <a:t>active</a:t>
            </a:r>
            <a:r>
              <a:rPr lang="en-US" sz="2400">
                <a:latin typeface="Aptos"/>
              </a:rPr>
              <a:t> jobs, type: </a:t>
            </a:r>
            <a:r>
              <a:rPr lang="en-US" sz="2400" b="1" err="1">
                <a:solidFill>
                  <a:srgbClr val="0070C0"/>
                </a:solidFill>
                <a:latin typeface="Consolas"/>
              </a:rPr>
              <a:t>squeue</a:t>
            </a:r>
            <a:r>
              <a:rPr lang="en-US" sz="2400" b="1">
                <a:solidFill>
                  <a:srgbClr val="0070C0"/>
                </a:solidFill>
                <a:latin typeface="Consolas"/>
              </a:rPr>
              <a:t> –u &lt;</a:t>
            </a:r>
            <a:r>
              <a:rPr lang="en-US" sz="2400" b="1" err="1">
                <a:solidFill>
                  <a:srgbClr val="0070C0"/>
                </a:solidFill>
                <a:latin typeface="Consolas"/>
              </a:rPr>
              <a:t>your_user_id</a:t>
            </a:r>
            <a:r>
              <a:rPr lang="en-US" sz="2400" b="1">
                <a:solidFill>
                  <a:srgbClr val="0070C0"/>
                </a:solidFill>
                <a:latin typeface="Consolas"/>
              </a:rPr>
              <a:t>&gt;</a:t>
            </a:r>
          </a:p>
          <a:p>
            <a:r>
              <a:rPr lang="en-US" sz="2400">
                <a:solidFill>
                  <a:srgbClr val="000000"/>
                </a:solidFill>
                <a:latin typeface="Aptos"/>
                <a:ea typeface="Calibri" panose="020F0502020204030204"/>
                <a:cs typeface="Calibri" panose="020F0502020204030204"/>
              </a:rPr>
              <a:t>The </a:t>
            </a:r>
            <a:r>
              <a:rPr lang="en-US" sz="2400" err="1">
                <a:solidFill>
                  <a:srgbClr val="000000"/>
                </a:solidFill>
                <a:latin typeface="Aptos"/>
                <a:ea typeface="Calibri" panose="020F0502020204030204"/>
                <a:cs typeface="Calibri" panose="020F0502020204030204"/>
              </a:rPr>
              <a:t>squeue</a:t>
            </a:r>
            <a:r>
              <a:rPr lang="en-US" sz="2400">
                <a:solidFill>
                  <a:srgbClr val="000000"/>
                </a:solidFill>
                <a:latin typeface="Aptos"/>
                <a:ea typeface="Calibri" panose="020F0502020204030204"/>
                <a:cs typeface="Calibri" panose="020F0502020204030204"/>
              </a:rPr>
              <a:t> command will show pending jobs and running jobs, but not failed, canceled or completed job. </a:t>
            </a:r>
            <a:endParaRPr lang="en-US" sz="2400" b="1">
              <a:solidFill>
                <a:srgbClr val="0070C0"/>
              </a:solidFill>
              <a:latin typeface="Aptos"/>
              <a:ea typeface="Calibri" panose="020F0502020204030204"/>
              <a:cs typeface="Calibri" panose="020F0502020204030204"/>
            </a:endParaRPr>
          </a:p>
          <a:p>
            <a:endParaRPr lang="en-US" sz="2400">
              <a:solidFill>
                <a:srgbClr val="000000"/>
              </a:solidFill>
              <a:latin typeface="Aptos"/>
              <a:ea typeface="Calibri" panose="020F0502020204030204"/>
              <a:cs typeface="Calibri" panose="020F0502020204030204"/>
            </a:endParaRPr>
          </a:p>
          <a:p>
            <a:endParaRPr lang="en-US" sz="2400">
              <a:solidFill>
                <a:srgbClr val="000000"/>
              </a:solidFill>
              <a:latin typeface="Aptos"/>
              <a:ea typeface="Calibri" panose="020F0502020204030204"/>
              <a:cs typeface="Calibri" panose="020F0502020204030204"/>
            </a:endParaRPr>
          </a:p>
          <a:p>
            <a:endParaRPr lang="en-US" sz="2400">
              <a:solidFill>
                <a:srgbClr val="000000"/>
              </a:solidFill>
              <a:latin typeface="Aptos"/>
              <a:ea typeface="Calibri" panose="020F0502020204030204"/>
              <a:cs typeface="Calibri" panose="020F0502020204030204"/>
            </a:endParaRPr>
          </a:p>
          <a:p>
            <a:endParaRPr lang="en-US" sz="2400">
              <a:solidFill>
                <a:srgbClr val="000000"/>
              </a:solidFill>
              <a:latin typeface="Aptos"/>
              <a:ea typeface="Calibri" panose="020F0502020204030204"/>
              <a:cs typeface="Calibri" panose="020F0502020204030204"/>
            </a:endParaRPr>
          </a:p>
          <a:p>
            <a:endParaRPr lang="en-US" sz="2400">
              <a:solidFill>
                <a:srgbClr val="000000"/>
              </a:solidFill>
              <a:latin typeface="Aptos"/>
              <a:ea typeface="Calibri" panose="020F0502020204030204"/>
              <a:cs typeface="Calibri" panose="020F0502020204030204"/>
            </a:endParaRPr>
          </a:p>
          <a:p>
            <a:r>
              <a:rPr lang="en-US" sz="2400">
                <a:solidFill>
                  <a:srgbClr val="000000"/>
                </a:solidFill>
                <a:latin typeface="Aptos"/>
                <a:ea typeface="Calibri" panose="020F0502020204030204"/>
                <a:cs typeface="Calibri" panose="020F0502020204030204"/>
              </a:rPr>
              <a:t>A job's status is indicated by:</a:t>
            </a:r>
            <a:endParaRPr lang="en-US" sz="2400">
              <a:solidFill>
                <a:srgbClr val="0070C0"/>
              </a:solidFill>
              <a:latin typeface="Aptos"/>
              <a:ea typeface="Calibri" panose="020F0502020204030204"/>
              <a:cs typeface="Calibri" panose="020F0502020204030204"/>
            </a:endParaRPr>
          </a:p>
          <a:p>
            <a:pPr marL="971550" lvl="1" indent="-285750"/>
            <a:r>
              <a:rPr lang="en-US">
                <a:solidFill>
                  <a:srgbClr val="000000"/>
                </a:solidFill>
                <a:latin typeface="Aptos"/>
                <a:ea typeface="Calibri" panose="020F0502020204030204"/>
                <a:cs typeface="Calibri" panose="020F0502020204030204"/>
              </a:rPr>
              <a:t>PD – pending, R – running, CG – exiting</a:t>
            </a:r>
          </a:p>
          <a:p>
            <a:pPr marL="514350" indent="-457200"/>
            <a:endParaRPr lang="en-US">
              <a:solidFill>
                <a:srgbClr val="000000"/>
              </a:solidFill>
              <a:latin typeface="Aptos"/>
              <a:ea typeface="Calibri" panose="020F0502020204030204"/>
              <a:cs typeface="Calibri" panose="020F0502020204030204"/>
            </a:endParaRPr>
          </a:p>
          <a:p>
            <a:pPr marL="971550" lvl="1" indent="-285750"/>
            <a:endParaRPr lang="en-US">
              <a:solidFill>
                <a:srgbClr val="000000"/>
              </a:solidFill>
              <a:latin typeface="Aptos"/>
              <a:ea typeface="Calibri" panose="020F0502020204030204"/>
              <a:cs typeface="Calibri" panose="020F0502020204030204"/>
            </a:endParaRPr>
          </a:p>
          <a:p>
            <a:pPr marL="971550" lvl="1" indent="-285750"/>
            <a:endParaRPr lang="en-US">
              <a:solidFill>
                <a:srgbClr val="000000"/>
              </a:solidFill>
              <a:latin typeface="Aptos"/>
              <a:ea typeface="Calibri" panose="020F0502020204030204"/>
              <a:cs typeface="Calibri" panose="020F0502020204030204"/>
            </a:endParaRPr>
          </a:p>
          <a:p>
            <a:pPr marL="971550" lvl="1" indent="-285750"/>
            <a:endParaRPr lang="en-US">
              <a:solidFill>
                <a:srgbClr val="000000"/>
              </a:solidFill>
              <a:latin typeface="Aptos"/>
              <a:ea typeface="Calibri" panose="020F0502020204030204"/>
              <a:cs typeface="Calibri" panose="020F0502020204030204"/>
            </a:endParaRPr>
          </a:p>
          <a:p>
            <a:pPr lvl="1" indent="0">
              <a:buNone/>
            </a:pPr>
            <a:endParaRPr lang="en-US">
              <a:solidFill>
                <a:srgbClr val="000000"/>
              </a:solidFill>
              <a:latin typeface="Aptos"/>
              <a:ea typeface="Calibri" panose="020F0502020204030204"/>
              <a:cs typeface="Calibri" panose="020F0502020204030204"/>
            </a:endParaRPr>
          </a:p>
          <a:p>
            <a:pPr lvl="1" indent="0">
              <a:buNone/>
            </a:pPr>
            <a:endParaRPr lang="en-US">
              <a:solidFill>
                <a:srgbClr val="000000"/>
              </a:solidFill>
              <a:latin typeface="Aptos"/>
              <a:ea typeface="Calibri" panose="020F0502020204030204"/>
              <a:cs typeface="Calibri" panose="020F0502020204030204"/>
            </a:endParaRPr>
          </a:p>
          <a:p>
            <a:pPr marL="685800" lvl="1" indent="0">
              <a:buNone/>
            </a:pPr>
            <a:endParaRPr lang="en-US">
              <a:latin typeface="Aptos"/>
              <a:ea typeface="Calibri"/>
              <a:cs typeface="Calibri"/>
            </a:endParaRPr>
          </a:p>
          <a:p>
            <a:pPr marL="685800" indent="-457200"/>
            <a:endParaRPr lang="en-US">
              <a:latin typeface="Aptos"/>
              <a:ea typeface="Calibri"/>
              <a:cs typeface="Calibri"/>
            </a:endParaRPr>
          </a:p>
        </p:txBody>
      </p:sp>
    </p:spTree>
    <p:extLst>
      <p:ext uri="{BB962C8B-B14F-4D97-AF65-F5344CB8AC3E}">
        <p14:creationId xmlns:p14="http://schemas.microsoft.com/office/powerpoint/2010/main" val="747632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rPr>
              <a:t>Canceling a Job</a:t>
            </a:r>
          </a:p>
        </p:txBody>
      </p:sp>
      <p:sp>
        <p:nvSpPr>
          <p:cNvPr id="3" name="Content Placeholder 2"/>
          <p:cNvSpPr>
            <a:spLocks noGrp="1"/>
          </p:cNvSpPr>
          <p:nvPr>
            <p:ph sz="quarter" idx="10"/>
          </p:nvPr>
        </p:nvSpPr>
        <p:spPr>
          <a:xfrm>
            <a:off x="838200" y="1851027"/>
            <a:ext cx="10515600" cy="1033186"/>
          </a:xfrm>
        </p:spPr>
        <p:txBody>
          <a:bodyPr lIns="91440" tIns="45720" rIns="91440" bIns="45720" anchor="t"/>
          <a:lstStyle/>
          <a:p>
            <a:pPr fontAlgn="base"/>
            <a:r>
              <a:rPr lang="en-US" sz="2400">
                <a:latin typeface="Aptos"/>
              </a:rPr>
              <a:t>To delete a job from the queue, use the</a:t>
            </a:r>
            <a:r>
              <a:rPr lang="en-US" sz="2400" i="1">
                <a:latin typeface="Aptos"/>
              </a:rPr>
              <a:t> </a:t>
            </a:r>
            <a:r>
              <a:rPr lang="en-US" sz="2400" b="1" err="1">
                <a:solidFill>
                  <a:srgbClr val="0070C0"/>
                </a:solidFill>
                <a:latin typeface="Consolas"/>
                <a:cs typeface="Courier New"/>
              </a:rPr>
              <a:t>scancel</a:t>
            </a:r>
            <a:r>
              <a:rPr lang="en-US" sz="2400">
                <a:latin typeface="Aptos"/>
              </a:rPr>
              <a:t> command with the job ID number at the command line prompt:</a:t>
            </a:r>
          </a:p>
          <a:p>
            <a:pPr fontAlgn="base"/>
            <a:endParaRPr lang="en-US"/>
          </a:p>
          <a:p>
            <a:pPr fontAlgn="base"/>
            <a:endParaRPr lang="en-US"/>
          </a:p>
          <a:p>
            <a:pPr fontAlgn="base"/>
            <a:r>
              <a:rPr lang="en-US" sz="2400">
                <a:latin typeface="Aptos"/>
              </a:rPr>
              <a:t>To cancel all your jobs, run this command:</a:t>
            </a:r>
            <a:endParaRPr lang="en-US" sz="2400">
              <a:latin typeface="Aptos"/>
              <a:ea typeface="Calibri"/>
              <a:cs typeface="Calibri"/>
            </a:endParaRPr>
          </a:p>
          <a:p>
            <a:endParaRPr lang="en-US"/>
          </a:p>
          <a:p>
            <a:pPr marL="0" indent="0">
              <a:buNone/>
            </a:pPr>
            <a:br>
              <a:rPr lang="en-US"/>
            </a:br>
            <a:br>
              <a:rPr lang="en-US"/>
            </a:br>
            <a:endParaRPr lang="en-US">
              <a:ea typeface="Calibri"/>
              <a:cs typeface="Calibri"/>
            </a:endParaRPr>
          </a:p>
        </p:txBody>
      </p:sp>
      <p:sp>
        <p:nvSpPr>
          <p:cNvPr id="4" name="TextBox 3"/>
          <p:cNvSpPr txBox="1"/>
          <p:nvPr/>
        </p:nvSpPr>
        <p:spPr>
          <a:xfrm>
            <a:off x="1981200" y="2636637"/>
            <a:ext cx="8382000" cy="954107"/>
          </a:xfrm>
          <a:prstGeom prst="rect">
            <a:avLst/>
          </a:prstGeom>
          <a:solidFill>
            <a:srgbClr val="FFFFCC"/>
          </a:solidFill>
          <a:ln>
            <a:solidFill>
              <a:srgbClr val="485A82"/>
            </a:solidFill>
          </a:ln>
        </p:spPr>
        <p:txBody>
          <a:bodyPr wrap="square" rtlCol="0">
            <a:spAutoFit/>
          </a:bodyPr>
          <a:lstStyle/>
          <a:p>
            <a:endParaRPr lang="en-US" sz="2000">
              <a:latin typeface="Courier New" panose="02070309020205020404" pitchFamily="49" charset="0"/>
              <a:cs typeface="Courier New" panose="02070309020205020404" pitchFamily="49" charset="0"/>
            </a:endParaRPr>
          </a:p>
          <a:p>
            <a:r>
              <a:rPr lang="en-US" sz="2000">
                <a:latin typeface="Courier New" panose="02070309020205020404" pitchFamily="49" charset="0"/>
                <a:cs typeface="Courier New" panose="02070309020205020404" pitchFamily="49" charset="0"/>
              </a:rPr>
              <a:t>-bash-4.2$ </a:t>
            </a:r>
            <a:r>
              <a:rPr lang="en-US" sz="2000" err="1">
                <a:latin typeface="Courier New" panose="02070309020205020404" pitchFamily="49" charset="0"/>
                <a:cs typeface="Courier New" panose="02070309020205020404" pitchFamily="49" charset="0"/>
              </a:rPr>
              <a:t>scancel</a:t>
            </a:r>
            <a:r>
              <a:rPr lang="en-US" sz="2000">
                <a:latin typeface="Courier New" panose="02070309020205020404" pitchFamily="49" charset="0"/>
                <a:cs typeface="Courier New" panose="02070309020205020404" pitchFamily="49" charset="0"/>
              </a:rPr>
              <a:t> 18316</a:t>
            </a:r>
          </a:p>
          <a:p>
            <a:endParaRPr lang="en-US" sz="160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CFD6C317-E191-2247-A25D-CE779B11F43A}"/>
              </a:ext>
            </a:extLst>
          </p:cNvPr>
          <p:cNvSpPr txBox="1"/>
          <p:nvPr/>
        </p:nvSpPr>
        <p:spPr>
          <a:xfrm>
            <a:off x="1981200" y="4196140"/>
            <a:ext cx="8382000" cy="892552"/>
          </a:xfrm>
          <a:prstGeom prst="rect">
            <a:avLst/>
          </a:prstGeom>
          <a:solidFill>
            <a:srgbClr val="FFFFCC"/>
          </a:solidFill>
          <a:ln>
            <a:solidFill>
              <a:srgbClr val="485A82"/>
            </a:solidFill>
          </a:ln>
        </p:spPr>
        <p:txBody>
          <a:bodyPr wrap="square" rtlCol="0">
            <a:spAutoFit/>
          </a:bodyPr>
          <a:lstStyle/>
          <a:p>
            <a:endParaRPr lang="en-US" sz="1600">
              <a:latin typeface="Courier New" panose="02070309020205020404" pitchFamily="49" charset="0"/>
              <a:cs typeface="Courier New" panose="02070309020205020404" pitchFamily="49" charset="0"/>
            </a:endParaRPr>
          </a:p>
          <a:p>
            <a:r>
              <a:rPr lang="en-US" sz="2000">
                <a:latin typeface="Courier New" panose="02070309020205020404" pitchFamily="49" charset="0"/>
                <a:cs typeface="Courier New" panose="02070309020205020404" pitchFamily="49" charset="0"/>
              </a:rPr>
              <a:t>-bash-4.2$ </a:t>
            </a:r>
            <a:r>
              <a:rPr lang="en-US" sz="2000" err="1">
                <a:latin typeface="Courier New" panose="02070309020205020404" pitchFamily="49" charset="0"/>
                <a:cs typeface="Courier New" panose="02070309020205020404" pitchFamily="49" charset="0"/>
              </a:rPr>
              <a:t>scancel</a:t>
            </a:r>
            <a:r>
              <a:rPr lang="en-US" sz="2000">
                <a:latin typeface="Courier New" panose="02070309020205020404" pitchFamily="49" charset="0"/>
                <a:cs typeface="Courier New" panose="02070309020205020404" pitchFamily="49" charset="0"/>
              </a:rPr>
              <a:t> –u $USER</a:t>
            </a:r>
          </a:p>
          <a:p>
            <a:endParaRPr lang="en-US" sz="16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40054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Aptos Display"/>
                <a:ea typeface="Calibri Light"/>
                <a:cs typeface="Calibri Light"/>
              </a:rPr>
              <a:t>Checking Job Status</a:t>
            </a:r>
            <a:endParaRPr lang="en-US">
              <a:ea typeface="Calibri Light"/>
              <a:cs typeface="Calibri Light"/>
            </a:endParaRPr>
          </a:p>
        </p:txBody>
      </p:sp>
      <p:sp>
        <p:nvSpPr>
          <p:cNvPr id="3" name="Content Placeholder 2"/>
          <p:cNvSpPr>
            <a:spLocks noGrp="1"/>
          </p:cNvSpPr>
          <p:nvPr>
            <p:ph sz="quarter" idx="10"/>
          </p:nvPr>
        </p:nvSpPr>
        <p:spPr/>
        <p:txBody>
          <a:bodyPr lIns="91440" tIns="45720" rIns="91440" bIns="45720" anchor="t">
            <a:normAutofit lnSpcReduction="10000"/>
          </a:bodyPr>
          <a:lstStyle/>
          <a:p>
            <a:r>
              <a:rPr lang="en-US" err="1">
                <a:latin typeface="Consolas"/>
              </a:rPr>
              <a:t>scontrol</a:t>
            </a:r>
            <a:r>
              <a:rPr lang="en-US">
                <a:latin typeface="Consolas"/>
              </a:rPr>
              <a:t> </a:t>
            </a:r>
            <a:r>
              <a:rPr lang="en-US">
                <a:latin typeface="Aptos" panose="020B0004020202020204" pitchFamily="34" charset="0"/>
              </a:rPr>
              <a:t>returns information for a running job</a:t>
            </a:r>
          </a:p>
          <a:p>
            <a:pPr lvl="1"/>
            <a:r>
              <a:rPr lang="en-US" err="1">
                <a:latin typeface="Consolas" panose="020B0609020204030204" pitchFamily="49" charset="0"/>
              </a:rPr>
              <a:t>scontrol</a:t>
            </a:r>
            <a:r>
              <a:rPr lang="en-US">
                <a:latin typeface="Consolas" panose="020B0609020204030204" pitchFamily="49" charset="0"/>
              </a:rPr>
              <a:t> show job &lt;</a:t>
            </a:r>
            <a:r>
              <a:rPr lang="en-US" err="1">
                <a:latin typeface="Consolas" panose="020B0609020204030204" pitchFamily="49" charset="0"/>
              </a:rPr>
              <a:t>jobid</a:t>
            </a:r>
            <a:r>
              <a:rPr lang="en-US">
                <a:latin typeface="Consolas" panose="020B0609020204030204" pitchFamily="49" charset="0"/>
              </a:rPr>
              <a:t>&gt;</a:t>
            </a:r>
          </a:p>
          <a:p>
            <a:r>
              <a:rPr lang="en-US" err="1">
                <a:latin typeface="Consolas"/>
              </a:rPr>
              <a:t>sacct</a:t>
            </a:r>
            <a:r>
              <a:rPr lang="en-US">
                <a:latin typeface="Aptos"/>
              </a:rPr>
              <a:t> will return accounting information about completed and queued jobs. See </a:t>
            </a:r>
            <a:r>
              <a:rPr lang="en-US">
                <a:latin typeface="Aptos"/>
                <a:hlinkClick r:id="rId2"/>
              </a:rPr>
              <a:t>Slurm's </a:t>
            </a:r>
            <a:r>
              <a:rPr lang="en-US" err="1">
                <a:latin typeface="Aptos"/>
                <a:hlinkClick r:id="rId2"/>
              </a:rPr>
              <a:t>docuementation</a:t>
            </a:r>
            <a:r>
              <a:rPr lang="en-US">
                <a:latin typeface="Aptos"/>
              </a:rPr>
              <a:t> for a full list of options.</a:t>
            </a:r>
          </a:p>
          <a:p>
            <a:pPr lvl="1"/>
            <a:r>
              <a:rPr lang="en-US">
                <a:latin typeface="Aptos"/>
              </a:rPr>
              <a:t>Use the option </a:t>
            </a:r>
            <a:r>
              <a:rPr lang="en-US">
                <a:latin typeface="Consolas" panose="020B0609020204030204" pitchFamily="49" charset="0"/>
              </a:rPr>
              <a:t>–o &lt;</a:t>
            </a:r>
            <a:r>
              <a:rPr lang="en-US" err="1">
                <a:latin typeface="Consolas" panose="020B0609020204030204" pitchFamily="49" charset="0"/>
              </a:rPr>
              <a:t>options,list</a:t>
            </a:r>
            <a:r>
              <a:rPr lang="en-US">
                <a:latin typeface="Consolas" panose="020B0609020204030204" pitchFamily="49" charset="0"/>
              </a:rPr>
              <a:t>&gt; </a:t>
            </a:r>
            <a:r>
              <a:rPr lang="en-US">
                <a:latin typeface="Aptos"/>
              </a:rPr>
              <a:t>to customize the output</a:t>
            </a:r>
          </a:p>
          <a:p>
            <a:pPr lvl="1"/>
            <a:r>
              <a:rPr lang="en-US">
                <a:latin typeface="Aptos"/>
              </a:rPr>
              <a:t>Use the option </a:t>
            </a:r>
            <a:r>
              <a:rPr lang="en-US">
                <a:latin typeface="Consolas" panose="020B0609020204030204" pitchFamily="49" charset="0"/>
              </a:rPr>
              <a:t>–S &lt;</a:t>
            </a:r>
            <a:r>
              <a:rPr lang="en-US" err="1">
                <a:latin typeface="Consolas" panose="020B0609020204030204" pitchFamily="49" charset="0"/>
              </a:rPr>
              <a:t>yyyy</a:t>
            </a:r>
            <a:r>
              <a:rPr lang="en-US">
                <a:latin typeface="Consolas" panose="020B0609020204030204" pitchFamily="49" charset="0"/>
              </a:rPr>
              <a:t>-mm-dd&gt; </a:t>
            </a:r>
            <a:r>
              <a:rPr lang="en-US">
                <a:latin typeface="Aptos"/>
              </a:rPr>
              <a:t>to inspect jobs finished after the given start date</a:t>
            </a:r>
          </a:p>
          <a:p>
            <a:pPr lvl="1"/>
            <a:r>
              <a:rPr lang="en-US">
                <a:latin typeface="Aptos"/>
              </a:rPr>
              <a:t>Use the option </a:t>
            </a:r>
            <a:r>
              <a:rPr lang="en-US">
                <a:latin typeface="Consolas" panose="020B0609020204030204" pitchFamily="49" charset="0"/>
              </a:rPr>
              <a:t>–j &lt;</a:t>
            </a:r>
            <a:r>
              <a:rPr lang="en-US" err="1">
                <a:latin typeface="Consolas" panose="020B0609020204030204" pitchFamily="49" charset="0"/>
              </a:rPr>
              <a:t>jobid</a:t>
            </a:r>
            <a:r>
              <a:rPr lang="en-US">
                <a:latin typeface="Consolas" panose="020B0609020204030204" pitchFamily="49" charset="0"/>
              </a:rPr>
              <a:t>&gt; </a:t>
            </a:r>
            <a:r>
              <a:rPr lang="en-US">
                <a:latin typeface="Aptos"/>
              </a:rPr>
              <a:t>to inspect a particular job</a:t>
            </a:r>
          </a:p>
          <a:p>
            <a:r>
              <a:rPr lang="en-US" err="1">
                <a:latin typeface="Consolas"/>
              </a:rPr>
              <a:t>seff</a:t>
            </a:r>
            <a:r>
              <a:rPr lang="en-US">
                <a:latin typeface="Aptos"/>
              </a:rPr>
              <a:t> will return information about the utilization (called the “efficiency”) of core and memory.</a:t>
            </a:r>
          </a:p>
          <a:p>
            <a:pPr lvl="1"/>
            <a:r>
              <a:rPr lang="en-US">
                <a:latin typeface="Consolas" panose="020B0609020204030204" pitchFamily="49" charset="0"/>
              </a:rPr>
              <a:t>Seff &lt;</a:t>
            </a:r>
            <a:r>
              <a:rPr lang="en-US" err="1">
                <a:latin typeface="Consolas" panose="020B0609020204030204" pitchFamily="49" charset="0"/>
              </a:rPr>
              <a:t>jobID</a:t>
            </a:r>
            <a:r>
              <a:rPr lang="en-US">
                <a:latin typeface="Consolas" panose="020B0609020204030204" pitchFamily="49" charset="0"/>
              </a:rPr>
              <a:t>&gt;</a:t>
            </a:r>
          </a:p>
          <a:p>
            <a:endParaRPr lang="en-US">
              <a:ea typeface="Calibri"/>
              <a:cs typeface="Calibri"/>
            </a:endParaRPr>
          </a:p>
        </p:txBody>
      </p:sp>
    </p:spTree>
    <p:extLst>
      <p:ext uri="{BB962C8B-B14F-4D97-AF65-F5344CB8AC3E}">
        <p14:creationId xmlns:p14="http://schemas.microsoft.com/office/powerpoint/2010/main" val="1168544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0578" y="2896965"/>
            <a:ext cx="7897091" cy="1361911"/>
          </a:xfrm>
          <a:prstGeom prst="rect">
            <a:avLst/>
          </a:prstGeom>
          <a:noFill/>
          <a:ln>
            <a:solidFill>
              <a:srgbClr val="C00000"/>
            </a:solidFill>
          </a:ln>
        </p:spPr>
        <p:txBody>
          <a:bodyPr wrap="square" rtlCol="0">
            <a:spAutoFit/>
          </a:bodyPr>
          <a:lstStyle/>
          <a:p>
            <a:pPr algn="ctr"/>
            <a:r>
              <a:rPr lang="en-US" sz="2400" b="1"/>
              <a:t>Research Computing Zoom Office Hours</a:t>
            </a:r>
          </a:p>
          <a:p>
            <a:r>
              <a:rPr lang="en-US" sz="2400"/>
              <a:t>Tuesdays:	3 pm – 5 pm</a:t>
            </a:r>
          </a:p>
          <a:p>
            <a:r>
              <a:rPr lang="en-US" sz="2400"/>
              <a:t>Thursdays:	10 am – noon</a:t>
            </a:r>
          </a:p>
          <a:p>
            <a:r>
              <a:rPr lang="en-US" sz="1050"/>
              <a:t>                     </a:t>
            </a:r>
          </a:p>
        </p:txBody>
      </p:sp>
      <p:sp>
        <p:nvSpPr>
          <p:cNvPr id="9" name="Subtitle 4"/>
          <p:cNvSpPr>
            <a:spLocks noGrp="1"/>
          </p:cNvSpPr>
          <p:nvPr>
            <p:ph type="subTitle" idx="1"/>
          </p:nvPr>
        </p:nvSpPr>
        <p:spPr>
          <a:xfrm>
            <a:off x="2396829" y="4827945"/>
            <a:ext cx="7730840" cy="1164510"/>
          </a:xfrm>
        </p:spPr>
        <p:txBody>
          <a:bodyPr>
            <a:normAutofit/>
          </a:bodyPr>
          <a:lstStyle/>
          <a:p>
            <a:pPr lvl="1" algn="l"/>
            <a:endParaRPr lang="en-US" sz="2000">
              <a:solidFill>
                <a:srgbClr val="C00000"/>
              </a:solidFill>
            </a:endParaRPr>
          </a:p>
          <a:p>
            <a:pPr lvl="1" algn="l"/>
            <a:r>
              <a:rPr lang="en-US">
                <a:solidFill>
                  <a:srgbClr val="C00000"/>
                </a:solidFill>
              </a:rPr>
              <a:t>Or, contact us through the forms at:</a:t>
            </a:r>
          </a:p>
          <a:p>
            <a:pPr lvl="1" algn="l"/>
            <a:r>
              <a:rPr lang="en-US">
                <a:solidFill>
                  <a:srgbClr val="C00000"/>
                </a:solidFill>
              </a:rPr>
              <a:t>	</a:t>
            </a:r>
            <a:r>
              <a:rPr lang="en-US">
                <a:hlinkClick r:id="rId2"/>
              </a:rPr>
              <a:t>https://www.rc.virginia.edu/support/</a:t>
            </a:r>
            <a:endParaRPr lang="en-US">
              <a:solidFill>
                <a:srgbClr val="002060"/>
              </a:solidFill>
            </a:endParaRPr>
          </a:p>
        </p:txBody>
      </p:sp>
      <p:sp>
        <p:nvSpPr>
          <p:cNvPr id="11" name="Title 3"/>
          <p:cNvSpPr>
            <a:spLocks noGrp="1"/>
          </p:cNvSpPr>
          <p:nvPr>
            <p:ph type="ctrTitle"/>
          </p:nvPr>
        </p:nvSpPr>
        <p:spPr>
          <a:xfrm>
            <a:off x="1525510" y="929858"/>
            <a:ext cx="9144000" cy="1861468"/>
          </a:xfrm>
        </p:spPr>
        <p:txBody>
          <a:bodyPr/>
          <a:lstStyle/>
          <a:p>
            <a:r>
              <a:rPr lang="en-US"/>
              <a:t>Need help?</a:t>
            </a:r>
          </a:p>
        </p:txBody>
      </p:sp>
      <p:pic>
        <p:nvPicPr>
          <p:cNvPr id="8" name="Picture 2" descr="https://dl.boxcloud.com/api/2.0/internal_files/437370213502/versions/462603515465/representations/png_paged_2048x2048/content/1.png?access_token=1!VLU_a6SmhAhhP3FJY_ESkp2Z0Qto0Oh7mgfg-Mp7066cc95V116BIyKhFwJ0WiI9fv1dAxu9EXKpXK21_leK9vxFii_KQDTNYVrsVm38qgXZY5j2zrUeJH8lYqfW8J2csbmNm4Ewj8EsjnaQzV1uVMbqw-n4_wozYgSlH3USFm4w_9EepqS6i8b_4XKUiwwM6U1gCZme1gMHuHLNDClzzFpHVU9cUNxZBimC7fVd2WhggstiBV7l8wFIbtC0udBtwBJDg2u8wWgp8Mq8pmndfxMfMnMbvdVcbes-5CIqE8h8YgaKXa4KtqS9LY2l6WutNYOnvbOzTgHh9f7t1J4-DIpidufjXPowlhtylJQuOhWSkg-nCa7aH0YOQu0pXoO-Y4dYoLq7Ga8ohfL2q0dw2vukLYClwSNUF-_NtiGoRqhQTcEQlrWJKLdKl92hnT1c9Q9KifjAD0DlJZNJs5JzLYbu3T1QFIXk418r_Hkr4wwp5Gg4y5sFA6_d8qcMyO2EhNLKQB_WOSYjBEvTerG9fVAAQgVaNLpCDHseLVnPTRtaXYXzdRqZYa_T-UR_3K4C&amp;box_client_name=box-content-preview&amp;box_client_version=2.16.0"/>
          <p:cNvPicPr>
            <a:picLocks noChangeAspect="1" noChangeArrowheads="1"/>
          </p:cNvPicPr>
          <p:nvPr/>
        </p:nvPicPr>
        <p:blipFill rotWithShape="1">
          <a:blip r:embed="rId3">
            <a:extLst>
              <a:ext uri="{28A0092B-C50C-407E-A947-70E740481C1C}">
                <a14:useLocalDpi xmlns:a14="http://schemas.microsoft.com/office/drawing/2010/main" val="0"/>
              </a:ext>
            </a:extLst>
          </a:blip>
          <a:srcRect r="24700"/>
          <a:stretch/>
        </p:blipFill>
        <p:spPr bwMode="auto">
          <a:xfrm>
            <a:off x="9417428" y="6128325"/>
            <a:ext cx="2749343" cy="685800"/>
          </a:xfrm>
          <a:prstGeom prst="rect">
            <a:avLst/>
          </a:prstGeom>
          <a:noFill/>
          <a:extLst>
            <a:ext uri="{909E8E84-426E-40DD-AFC4-6F175D3DCCD1}">
              <a14:hiddenFill xmlns:a14="http://schemas.microsoft.com/office/drawing/2010/main">
                <a:solidFill>
                  <a:srgbClr val="FFFFFF"/>
                </a:solidFill>
              </a14:hiddenFill>
            </a:ext>
          </a:extLst>
        </p:spPr>
      </p:pic>
      <p:sp>
        <p:nvSpPr>
          <p:cNvPr id="3" name="Folded Corner 2"/>
          <p:cNvSpPr/>
          <p:nvPr/>
        </p:nvSpPr>
        <p:spPr>
          <a:xfrm rot="571975">
            <a:off x="8460793" y="3666183"/>
            <a:ext cx="3333750" cy="1924050"/>
          </a:xfrm>
          <a:prstGeom prst="foldedCorner">
            <a:avLst/>
          </a:prstGeom>
          <a:solidFill>
            <a:srgbClr val="FFFFCC"/>
          </a:solidFill>
          <a:ln>
            <a:solidFill>
              <a:srgbClr val="485A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ysClr val="windowText" lastClr="000000"/>
                </a:solidFill>
              </a:rPr>
              <a:t>To connect to the Zoom sessions, go to </a:t>
            </a:r>
            <a:r>
              <a:rPr lang="en-US">
                <a:solidFill>
                  <a:sysClr val="windowText" lastClr="000000"/>
                </a:solidFill>
                <a:hlinkClick r:id="rId4"/>
              </a:rPr>
              <a:t>https://www.rc.virginia.edu/support/#office-hours</a:t>
            </a:r>
            <a:r>
              <a:rPr lang="en-US">
                <a:solidFill>
                  <a:sysClr val="windowText" lastClr="000000"/>
                </a:solidFill>
              </a:rPr>
              <a:t> and click on the “Join us via Zoom” button</a:t>
            </a:r>
          </a:p>
        </p:txBody>
      </p:sp>
    </p:spTree>
    <p:extLst>
      <p:ext uri="{BB962C8B-B14F-4D97-AF65-F5344CB8AC3E}">
        <p14:creationId xmlns:p14="http://schemas.microsoft.com/office/powerpoint/2010/main" val="4293941994"/>
      </p:ext>
    </p:extLst>
  </p:cSld>
  <p:clrMapOvr>
    <a:masterClrMapping/>
  </p:clrMapOvr>
</p:sld>
</file>

<file path=ppt/theme/theme1.xml><?xml version="1.0" encoding="utf-8"?>
<a:theme xmlns:a="http://schemas.openxmlformats.org/drawingml/2006/main" name="Title Pag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Page 3">
  <a:themeElements>
    <a:clrScheme name="Custom 3">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0070C0"/>
      </a:hlink>
      <a:folHlink>
        <a:srgbClr val="B26B0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40</Slides>
  <Notes>1</Notes>
  <HiddenSlides>0</HiddenSlides>
  <ScaleCrop>false</ScaleCrop>
  <HeadingPairs>
    <vt:vector size="4" baseType="variant">
      <vt:variant>
        <vt:lpstr>Theme</vt:lpstr>
      </vt:variant>
      <vt:variant>
        <vt:i4>2</vt:i4>
      </vt:variant>
      <vt:variant>
        <vt:lpstr>Slide Titles</vt:lpstr>
      </vt:variant>
      <vt:variant>
        <vt:i4>40</vt:i4>
      </vt:variant>
    </vt:vector>
  </HeadingPairs>
  <TitlesOfParts>
    <vt:vector size="42" baseType="lpstr">
      <vt:lpstr>Title Page 4</vt:lpstr>
      <vt:lpstr>Title Page 3</vt:lpstr>
      <vt:lpstr>IntRo to High Security HPC (Rio) </vt:lpstr>
      <vt:lpstr>High Performance Computing (HPC) at UVA</vt:lpstr>
      <vt:lpstr>Highly Sensitive Data</vt:lpstr>
      <vt:lpstr>Ivy and Rio (Overview)</vt:lpstr>
      <vt:lpstr>Terminology</vt:lpstr>
      <vt:lpstr>PowerPoint Presentation</vt:lpstr>
      <vt:lpstr>Requesting Access to HSZ HPC (Rio)  </vt:lpstr>
      <vt:lpstr>VM Provisioning</vt:lpstr>
      <vt:lpstr>User Provisioning</vt:lpstr>
      <vt:lpstr>Connecting to the System</vt:lpstr>
      <vt:lpstr>Accessing from SSH</vt:lpstr>
      <vt:lpstr>SSH Clients</vt:lpstr>
      <vt:lpstr>Accessing from a Browser </vt:lpstr>
      <vt:lpstr>VM Storage </vt:lpstr>
      <vt:lpstr>Rio Caveat </vt:lpstr>
      <vt:lpstr>Transferring Data </vt:lpstr>
      <vt:lpstr>Open On Demand</vt:lpstr>
      <vt:lpstr>Active Jobs</vt:lpstr>
      <vt:lpstr>Clusters</vt:lpstr>
      <vt:lpstr>Interactive Apps</vt:lpstr>
      <vt:lpstr>Requesting a Session</vt:lpstr>
      <vt:lpstr>Choosing Resource Requests</vt:lpstr>
      <vt:lpstr>Queueing the Session</vt:lpstr>
      <vt:lpstr>Launching the Session</vt:lpstr>
      <vt:lpstr>Interactive Desktop</vt:lpstr>
      <vt:lpstr>Working with Files Using the Desktop </vt:lpstr>
      <vt:lpstr>How to edit a file in Linux VM</vt:lpstr>
      <vt:lpstr>Preinstalled Software </vt:lpstr>
      <vt:lpstr>Modules</vt:lpstr>
      <vt:lpstr>Modules Basics </vt:lpstr>
      <vt:lpstr>Python &amp; R packages</vt:lpstr>
      <vt:lpstr>Slurm</vt:lpstr>
      <vt:lpstr>Partitions (Queues)</vt:lpstr>
      <vt:lpstr>Slurm Script Example</vt:lpstr>
      <vt:lpstr>Submitting a Slurm Job</vt:lpstr>
      <vt:lpstr>Submitting an Interactive Slurm Job</vt:lpstr>
      <vt:lpstr>Checking Queued Jobs</vt:lpstr>
      <vt:lpstr>Canceling a Job</vt:lpstr>
      <vt:lpstr>Checking Job Status</vt:lpstr>
      <vt:lpstr>Need help?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2025-01-06T18:03:28Z</dcterms:created>
  <dcterms:modified xsi:type="dcterms:W3CDTF">2025-08-20T17:14:34Z</dcterms:modified>
</cp:coreProperties>
</file>